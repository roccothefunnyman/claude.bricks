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customXml/itemProps5.xml" ContentType="application/vnd.openxmlformats-officedocument.customXmlProperties+xml"/>
  <Override PartName="/customXml/itemProps6.xml" ContentType="application/vnd.openxmlformats-officedocument.customXmlProperties+xml"/>
  <Override PartName="/customXml/itemProps7.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changesInfos/changesInfo1.xml" ContentType="application/vnd.ms-powerpoint.changes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6" Type="http://schemas.openxmlformats.org/officeDocument/2006/relationships/custom-properties" Target="docProps/custom.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928" r:id="rId8"/>
    <p:sldMasterId id="2147483788" r:id="rId9"/>
  </p:sldMasterIdLst>
  <p:notesMasterIdLst>
    <p:notesMasterId r:id="rId51"/>
  </p:notesMasterIdLst>
  <p:handoutMasterIdLst>
    <p:handoutMasterId r:id="rId52"/>
  </p:handoutMasterIdLst>
  <p:sldIdLst>
    <p:sldId id="256" r:id="rId10"/>
    <p:sldId id="257" r:id="rId11"/>
    <p:sldId id="258" r:id="rId12"/>
    <p:sldId id="259" r:id="rId13"/>
    <p:sldId id="260" r:id="rId14"/>
    <p:sldId id="261" r:id="rId15"/>
    <p:sldId id="262" r:id="rId16"/>
    <p:sldId id="263" r:id="rId17"/>
    <p:sldId id="264" r:id="rId18"/>
    <p:sldId id="265" r:id="rId19"/>
    <p:sldId id="266" r:id="rId20"/>
    <p:sldId id="267" r:id="rId21"/>
    <p:sldId id="268" r:id="rId22"/>
    <p:sldId id="269" r:id="rId23"/>
    <p:sldId id="270" r:id="rId24"/>
    <p:sldId id="271" r:id="rId25"/>
    <p:sldId id="272" r:id="rId26"/>
    <p:sldId id="273" r:id="rId27"/>
    <p:sldId id="274" r:id="rId28"/>
    <p:sldId id="275" r:id="rId29"/>
    <p:sldId id="276" r:id="rId30"/>
    <p:sldId id="277" r:id="rId31"/>
    <p:sldId id="278" r:id="rId32"/>
    <p:sldId id="279" r:id="rId33"/>
    <p:sldId id="280" r:id="rId34"/>
    <p:sldId id="281" r:id="rId35"/>
    <p:sldId id="282" r:id="rId36"/>
    <p:sldId id="283" r:id="rId37"/>
    <p:sldId id="284" r:id="rId38"/>
    <p:sldId id="285" r:id="rId39"/>
    <p:sldId id="286" r:id="rId40"/>
    <p:sldId id="287" r:id="rId41"/>
    <p:sldId id="288" r:id="rId42"/>
    <p:sldId id="289" r:id="rId43"/>
    <p:sldId id="290" r:id="rId44"/>
    <p:sldId id="291" r:id="rId45"/>
    <p:sldId id="292" r:id="rId46"/>
    <p:sldId id="293" r:id="rId47"/>
    <p:sldId id="294" r:id="rId48"/>
    <p:sldId id="295" r:id="rId49"/>
    <p:sldId id="296" r:id="rId5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AHEAD Executive Overview Slides" id="{1930862C-7058-5C48-B3B4-F3C4D984F331}">
          <p14:sldIdLst>
            <p14:sldId id="256"/>
          </p14:sldIdLst>
        </p14:section>
        <p14:section name="Default Section" id="{0FB781C3-9E4F-BE40-AE4A-50C872D8029A}">
          <p14:sldIdLst>
            <p14:sldId id="257"/>
            <p14:sldId id="258"/>
            <p14:sldId id="259"/>
            <p14:sldId id="260"/>
            <p14:sldId id="261"/>
            <p14:sldId id="262"/>
            <p14:sldId id="263"/>
            <p14:sldId id="264"/>
            <p14:sldId id="265"/>
            <p14:sldId id="266"/>
            <p14:sldId id="267"/>
            <p14:sldId id="268"/>
            <p14:sldId id="269"/>
            <p14:sldId id="270"/>
            <p14:sldId id="271"/>
            <p14:sldId id="272"/>
            <p14:sldId id="273"/>
            <p14:sldId id="274"/>
            <p14:sldId id="275"/>
            <p14:sldId id="276"/>
            <p14:sldId id="277"/>
            <p14:sldId id="278"/>
            <p14:sldId id="279"/>
            <p14:sldId id="280"/>
            <p14:sldId id="281"/>
            <p14:sldId id="282"/>
            <p14:sldId id="283"/>
            <p14:sldId id="284"/>
            <p14:sldId id="285"/>
            <p14:sldId id="286"/>
            <p14:sldId id="287"/>
            <p14:sldId id="288"/>
            <p14:sldId id="289"/>
            <p14:sldId id="290"/>
            <p14:sldId id="291"/>
            <p14:sldId id="292"/>
            <p14:sldId id="293"/>
            <p14:sldId id="294"/>
            <p14:sldId id="295"/>
            <p14:sldId id="296"/>
          </p14:sldIdLst>
        </p14:section>
        <p14:section name="Icons by Category" id="{A199C16B-3B45-4B47-A8C4-75E437D2016B}">
          <p14:sldIdLst/>
        </p14:section>
        <p14:section name="Icons Alphabetically" id="{A03C5381-4727-1A47-85BF-FDDFE4A169DE}">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A449FE83-8C94-01A3-903D-98FC73EF50A0}" name="Connor Hampton" initials="CH" userId="S::connor.hampton@ahead.com::6fb501f9-f7fe-4018-a400-c3f1850c055c" providerId="AD"/>
  <p188:author id="{049C85C8-674D-75BC-40B5-36428D1C6D9F}" name="Ranj Krishnamurthy" initials="RK" userId="S::ranjani.krishnamurthy@ahead.com::efcd87dc-f725-47c6-a852-d74da7c521f5" providerId="AD"/>
  <p188:author id="{C5D91FD3-4C5F-0981-99FC-48B8DE4A046B}" name="Sam Mock" initials="SM" userId="S::sam.mock@ahead.com::15f2a042-5325-4884-bd80-69c04599cdb8"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F2F2F2"/>
    <a:srgbClr val="ECF1F3"/>
    <a:srgbClr val="EB5056"/>
    <a:srgbClr val="5663C0"/>
    <a:srgbClr val="9DE1F7"/>
    <a:srgbClr val="EBF0F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7" d="100"/>
          <a:sy n="107" d="100"/>
        </p:scale>
        <p:origin x="1027" y="302"/>
      </p:cViewPr>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4.xml"/><Relationship Id="rId18" Type="http://schemas.openxmlformats.org/officeDocument/2006/relationships/slide" Target="slides/slide9.xml"/><Relationship Id="rId26" Type="http://schemas.openxmlformats.org/officeDocument/2006/relationships/slide" Target="slides/slide17.xml"/><Relationship Id="rId39" Type="http://schemas.openxmlformats.org/officeDocument/2006/relationships/slide" Target="slides/slide30.xml"/><Relationship Id="rId21" Type="http://schemas.openxmlformats.org/officeDocument/2006/relationships/slide" Target="slides/slide12.xml"/><Relationship Id="rId34" Type="http://schemas.openxmlformats.org/officeDocument/2006/relationships/slide" Target="slides/slide25.xml"/><Relationship Id="rId42" Type="http://schemas.openxmlformats.org/officeDocument/2006/relationships/slide" Target="slides/slide33.xml"/><Relationship Id="rId47" Type="http://schemas.openxmlformats.org/officeDocument/2006/relationships/slide" Target="slides/slide38.xml"/><Relationship Id="rId50" Type="http://schemas.openxmlformats.org/officeDocument/2006/relationships/slide" Target="slides/slide41.xml"/><Relationship Id="rId55" Type="http://schemas.openxmlformats.org/officeDocument/2006/relationships/theme" Target="theme/theme1.xml"/><Relationship Id="rId7" Type="http://schemas.openxmlformats.org/officeDocument/2006/relationships/customXml" Target="../customXml/item7.xml"/><Relationship Id="rId2" Type="http://schemas.openxmlformats.org/officeDocument/2006/relationships/customXml" Target="../customXml/item2.xml"/><Relationship Id="rId16" Type="http://schemas.openxmlformats.org/officeDocument/2006/relationships/slide" Target="slides/slide7.xml"/><Relationship Id="rId29" Type="http://schemas.openxmlformats.org/officeDocument/2006/relationships/slide" Target="slides/slide20.xml"/><Relationship Id="rId11" Type="http://schemas.openxmlformats.org/officeDocument/2006/relationships/slide" Target="slides/slide2.xml"/><Relationship Id="rId24" Type="http://schemas.openxmlformats.org/officeDocument/2006/relationships/slide" Target="slides/slide15.xml"/><Relationship Id="rId32" Type="http://schemas.openxmlformats.org/officeDocument/2006/relationships/slide" Target="slides/slide23.xml"/><Relationship Id="rId37" Type="http://schemas.openxmlformats.org/officeDocument/2006/relationships/slide" Target="slides/slide28.xml"/><Relationship Id="rId40" Type="http://schemas.openxmlformats.org/officeDocument/2006/relationships/slide" Target="slides/slide31.xml"/><Relationship Id="rId45" Type="http://schemas.openxmlformats.org/officeDocument/2006/relationships/slide" Target="slides/slide36.xml"/><Relationship Id="rId53" Type="http://schemas.openxmlformats.org/officeDocument/2006/relationships/presProps" Target="presProps.xml"/><Relationship Id="rId58" Type="http://schemas.microsoft.com/office/2018/10/relationships/authors" Target="authors.xml"/><Relationship Id="rId5" Type="http://schemas.openxmlformats.org/officeDocument/2006/relationships/customXml" Target="../customXml/item5.xml"/><Relationship Id="rId19" Type="http://schemas.openxmlformats.org/officeDocument/2006/relationships/slide" Target="slides/slide10.xml"/><Relationship Id="rId4" Type="http://schemas.openxmlformats.org/officeDocument/2006/relationships/customXml" Target="../customXml/item4.xml"/><Relationship Id="rId9" Type="http://schemas.openxmlformats.org/officeDocument/2006/relationships/slideMaster" Target="slideMasters/slideMaster2.xml"/><Relationship Id="rId14" Type="http://schemas.openxmlformats.org/officeDocument/2006/relationships/slide" Target="slides/slide5.xml"/><Relationship Id="rId22" Type="http://schemas.openxmlformats.org/officeDocument/2006/relationships/slide" Target="slides/slide13.xml"/><Relationship Id="rId27" Type="http://schemas.openxmlformats.org/officeDocument/2006/relationships/slide" Target="slides/slide18.xml"/><Relationship Id="rId30" Type="http://schemas.openxmlformats.org/officeDocument/2006/relationships/slide" Target="slides/slide21.xml"/><Relationship Id="rId35" Type="http://schemas.openxmlformats.org/officeDocument/2006/relationships/slide" Target="slides/slide26.xml"/><Relationship Id="rId43" Type="http://schemas.openxmlformats.org/officeDocument/2006/relationships/slide" Target="slides/slide34.xml"/><Relationship Id="rId48" Type="http://schemas.openxmlformats.org/officeDocument/2006/relationships/slide" Target="slides/slide39.xml"/><Relationship Id="rId56" Type="http://schemas.openxmlformats.org/officeDocument/2006/relationships/tableStyles" Target="tableStyles.xml"/><Relationship Id="rId8" Type="http://schemas.openxmlformats.org/officeDocument/2006/relationships/slideMaster" Target="slideMasters/slideMaster1.xml"/><Relationship Id="rId51" Type="http://schemas.openxmlformats.org/officeDocument/2006/relationships/notesMaster" Target="notesMasters/notesMaster1.xml"/><Relationship Id="rId3" Type="http://schemas.openxmlformats.org/officeDocument/2006/relationships/customXml" Target="../customXml/item3.xml"/><Relationship Id="rId12" Type="http://schemas.openxmlformats.org/officeDocument/2006/relationships/slide" Target="slides/slide3.xml"/><Relationship Id="rId17" Type="http://schemas.openxmlformats.org/officeDocument/2006/relationships/slide" Target="slides/slide8.xml"/><Relationship Id="rId25" Type="http://schemas.openxmlformats.org/officeDocument/2006/relationships/slide" Target="slides/slide16.xml"/><Relationship Id="rId33" Type="http://schemas.openxmlformats.org/officeDocument/2006/relationships/slide" Target="slides/slide24.xml"/><Relationship Id="rId38" Type="http://schemas.openxmlformats.org/officeDocument/2006/relationships/slide" Target="slides/slide29.xml"/><Relationship Id="rId46" Type="http://schemas.openxmlformats.org/officeDocument/2006/relationships/slide" Target="slides/slide37.xml"/><Relationship Id="rId20" Type="http://schemas.openxmlformats.org/officeDocument/2006/relationships/slide" Target="slides/slide11.xml"/><Relationship Id="rId41" Type="http://schemas.openxmlformats.org/officeDocument/2006/relationships/slide" Target="slides/slide32.xml"/><Relationship Id="rId54"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customXml" Target="../customXml/item6.xml"/><Relationship Id="rId15" Type="http://schemas.openxmlformats.org/officeDocument/2006/relationships/slide" Target="slides/slide6.xml"/><Relationship Id="rId23" Type="http://schemas.openxmlformats.org/officeDocument/2006/relationships/slide" Target="slides/slide14.xml"/><Relationship Id="rId28" Type="http://schemas.openxmlformats.org/officeDocument/2006/relationships/slide" Target="slides/slide19.xml"/><Relationship Id="rId36" Type="http://schemas.openxmlformats.org/officeDocument/2006/relationships/slide" Target="slides/slide27.xml"/><Relationship Id="rId49" Type="http://schemas.openxmlformats.org/officeDocument/2006/relationships/slide" Target="slides/slide40.xml"/><Relationship Id="rId57" Type="http://schemas.microsoft.com/office/2016/11/relationships/changesInfo" Target="changesInfos/changesInfo1.xml"/><Relationship Id="rId10" Type="http://schemas.openxmlformats.org/officeDocument/2006/relationships/slide" Target="slides/slide1.xml"/><Relationship Id="rId31" Type="http://schemas.openxmlformats.org/officeDocument/2006/relationships/slide" Target="slides/slide22.xml"/><Relationship Id="rId44" Type="http://schemas.openxmlformats.org/officeDocument/2006/relationships/slide" Target="slides/slide35.xml"/><Relationship Id="rId52" Type="http://schemas.openxmlformats.org/officeDocument/2006/relationships/handoutMaster" Target="handoutMasters/handout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occo Cuffari" userId="e6f4d7f4-21fa-404b-9ea2-b81348a7f3e9" providerId="ADAL" clId="{CE3E9A5C-A4D8-4377-A241-83D0930CFC72}"/>
    <pc:docChg chg="custSel modSld">
      <pc:chgData name="Rocco Cuffari" userId="e6f4d7f4-21fa-404b-9ea2-b81348a7f3e9" providerId="ADAL" clId="{CE3E9A5C-A4D8-4377-A241-83D0930CFC72}" dt="2026-02-27T19:41:23.067" v="60" actId="14100"/>
      <pc:docMkLst>
        <pc:docMk/>
      </pc:docMkLst>
      <pc:sldChg chg="modSp mod">
        <pc:chgData name="Rocco Cuffari" userId="e6f4d7f4-21fa-404b-9ea2-b81348a7f3e9" providerId="ADAL" clId="{CE3E9A5C-A4D8-4377-A241-83D0930CFC72}" dt="2026-02-27T17:45:31.110" v="0" actId="167"/>
        <pc:sldMkLst>
          <pc:docMk/>
          <pc:sldMk cId="0" sldId="257"/>
        </pc:sldMkLst>
        <pc:spChg chg="ord">
          <ac:chgData name="Rocco Cuffari" userId="e6f4d7f4-21fa-404b-9ea2-b81348a7f3e9" providerId="ADAL" clId="{CE3E9A5C-A4D8-4377-A241-83D0930CFC72}" dt="2026-02-27T17:45:31.110" v="0" actId="167"/>
          <ac:spMkLst>
            <pc:docMk/>
            <pc:sldMk cId="0" sldId="257"/>
            <ac:spMk id="6" creationId="{00000000-0000-0000-0000-000000000000}"/>
          </ac:spMkLst>
        </pc:spChg>
        <pc:spChg chg="ord">
          <ac:chgData name="Rocco Cuffari" userId="e6f4d7f4-21fa-404b-9ea2-b81348a7f3e9" providerId="ADAL" clId="{CE3E9A5C-A4D8-4377-A241-83D0930CFC72}" dt="2026-02-27T17:45:31.110" v="0" actId="167"/>
          <ac:spMkLst>
            <pc:docMk/>
            <pc:sldMk cId="0" sldId="257"/>
            <ac:spMk id="13" creationId="{00000000-0000-0000-0000-000000000000}"/>
          </ac:spMkLst>
        </pc:spChg>
        <pc:spChg chg="ord">
          <ac:chgData name="Rocco Cuffari" userId="e6f4d7f4-21fa-404b-9ea2-b81348a7f3e9" providerId="ADAL" clId="{CE3E9A5C-A4D8-4377-A241-83D0930CFC72}" dt="2026-02-27T17:45:31.110" v="0" actId="167"/>
          <ac:spMkLst>
            <pc:docMk/>
            <pc:sldMk cId="0" sldId="257"/>
            <ac:spMk id="20" creationId="{00000000-0000-0000-0000-000000000000}"/>
          </ac:spMkLst>
        </pc:spChg>
        <pc:spChg chg="ord">
          <ac:chgData name="Rocco Cuffari" userId="e6f4d7f4-21fa-404b-9ea2-b81348a7f3e9" providerId="ADAL" clId="{CE3E9A5C-A4D8-4377-A241-83D0930CFC72}" dt="2026-02-27T17:45:31.110" v="0" actId="167"/>
          <ac:spMkLst>
            <pc:docMk/>
            <pc:sldMk cId="0" sldId="257"/>
            <ac:spMk id="27" creationId="{00000000-0000-0000-0000-000000000000}"/>
          </ac:spMkLst>
        </pc:spChg>
      </pc:sldChg>
      <pc:sldChg chg="modSp mod">
        <pc:chgData name="Rocco Cuffari" userId="e6f4d7f4-21fa-404b-9ea2-b81348a7f3e9" providerId="ADAL" clId="{CE3E9A5C-A4D8-4377-A241-83D0930CFC72}" dt="2026-02-27T17:46:11.062" v="31" actId="20577"/>
        <pc:sldMkLst>
          <pc:docMk/>
          <pc:sldMk cId="0" sldId="258"/>
        </pc:sldMkLst>
        <pc:spChg chg="mod">
          <ac:chgData name="Rocco Cuffari" userId="e6f4d7f4-21fa-404b-9ea2-b81348a7f3e9" providerId="ADAL" clId="{CE3E9A5C-A4D8-4377-A241-83D0930CFC72}" dt="2026-02-27T17:46:11.062" v="31" actId="20577"/>
          <ac:spMkLst>
            <pc:docMk/>
            <pc:sldMk cId="0" sldId="258"/>
            <ac:spMk id="5" creationId="{00000000-0000-0000-0000-000000000000}"/>
          </ac:spMkLst>
        </pc:spChg>
        <pc:spChg chg="mod">
          <ac:chgData name="Rocco Cuffari" userId="e6f4d7f4-21fa-404b-9ea2-b81348a7f3e9" providerId="ADAL" clId="{CE3E9A5C-A4D8-4377-A241-83D0930CFC72}" dt="2026-02-27T17:45:48.441" v="29" actId="20577"/>
          <ac:spMkLst>
            <pc:docMk/>
            <pc:sldMk cId="0" sldId="258"/>
            <ac:spMk id="6" creationId="{00000000-0000-0000-0000-000000000000}"/>
          </ac:spMkLst>
        </pc:spChg>
      </pc:sldChg>
      <pc:sldChg chg="modSp mod">
        <pc:chgData name="Rocco Cuffari" userId="e6f4d7f4-21fa-404b-9ea2-b81348a7f3e9" providerId="ADAL" clId="{CE3E9A5C-A4D8-4377-A241-83D0930CFC72}" dt="2026-02-27T18:42:50.216" v="40" actId="1076"/>
        <pc:sldMkLst>
          <pc:docMk/>
          <pc:sldMk cId="0" sldId="260"/>
        </pc:sldMkLst>
        <pc:picChg chg="mod modCrop">
          <ac:chgData name="Rocco Cuffari" userId="e6f4d7f4-21fa-404b-9ea2-b81348a7f3e9" providerId="ADAL" clId="{CE3E9A5C-A4D8-4377-A241-83D0930CFC72}" dt="2026-02-27T18:42:50.216" v="40" actId="1076"/>
          <ac:picMkLst>
            <pc:docMk/>
            <pc:sldMk cId="0" sldId="260"/>
            <ac:picMk id="4" creationId="{00000000-0000-0000-0000-000000000000}"/>
          </ac:picMkLst>
        </pc:picChg>
      </pc:sldChg>
      <pc:sldChg chg="modSp mod">
        <pc:chgData name="Rocco Cuffari" userId="e6f4d7f4-21fa-404b-9ea2-b81348a7f3e9" providerId="ADAL" clId="{CE3E9A5C-A4D8-4377-A241-83D0930CFC72}" dt="2026-02-27T18:29:35.573" v="32" actId="1076"/>
        <pc:sldMkLst>
          <pc:docMk/>
          <pc:sldMk cId="0" sldId="261"/>
        </pc:sldMkLst>
        <pc:spChg chg="mod">
          <ac:chgData name="Rocco Cuffari" userId="e6f4d7f4-21fa-404b-9ea2-b81348a7f3e9" providerId="ADAL" clId="{CE3E9A5C-A4D8-4377-A241-83D0930CFC72}" dt="2026-02-27T18:29:35.573" v="32" actId="1076"/>
          <ac:spMkLst>
            <pc:docMk/>
            <pc:sldMk cId="0" sldId="261"/>
            <ac:spMk id="3" creationId="{00000000-0000-0000-0000-000000000000}"/>
          </ac:spMkLst>
        </pc:spChg>
      </pc:sldChg>
      <pc:sldChg chg="modSp mod">
        <pc:chgData name="Rocco Cuffari" userId="e6f4d7f4-21fa-404b-9ea2-b81348a7f3e9" providerId="ADAL" clId="{CE3E9A5C-A4D8-4377-A241-83D0930CFC72}" dt="2026-02-27T18:44:13.293" v="46" actId="1076"/>
        <pc:sldMkLst>
          <pc:docMk/>
          <pc:sldMk cId="0" sldId="262"/>
        </pc:sldMkLst>
        <pc:picChg chg="mod modCrop">
          <ac:chgData name="Rocco Cuffari" userId="e6f4d7f4-21fa-404b-9ea2-b81348a7f3e9" providerId="ADAL" clId="{CE3E9A5C-A4D8-4377-A241-83D0930CFC72}" dt="2026-02-27T18:44:13.293" v="46" actId="1076"/>
          <ac:picMkLst>
            <pc:docMk/>
            <pc:sldMk cId="0" sldId="262"/>
            <ac:picMk id="4" creationId="{00000000-0000-0000-0000-000000000000}"/>
          </ac:picMkLst>
        </pc:picChg>
      </pc:sldChg>
      <pc:sldChg chg="modSp mod">
        <pc:chgData name="Rocco Cuffari" userId="e6f4d7f4-21fa-404b-9ea2-b81348a7f3e9" providerId="ADAL" clId="{CE3E9A5C-A4D8-4377-A241-83D0930CFC72}" dt="2026-02-27T19:38:53.456" v="50" actId="1076"/>
        <pc:sldMkLst>
          <pc:docMk/>
          <pc:sldMk cId="0" sldId="264"/>
        </pc:sldMkLst>
        <pc:picChg chg="mod modCrop">
          <ac:chgData name="Rocco Cuffari" userId="e6f4d7f4-21fa-404b-9ea2-b81348a7f3e9" providerId="ADAL" clId="{CE3E9A5C-A4D8-4377-A241-83D0930CFC72}" dt="2026-02-27T19:38:53.456" v="50" actId="1076"/>
          <ac:picMkLst>
            <pc:docMk/>
            <pc:sldMk cId="0" sldId="264"/>
            <ac:picMk id="4" creationId="{00000000-0000-0000-0000-000000000000}"/>
          </ac:picMkLst>
        </pc:picChg>
      </pc:sldChg>
      <pc:sldChg chg="modSp mod">
        <pc:chgData name="Rocco Cuffari" userId="e6f4d7f4-21fa-404b-9ea2-b81348a7f3e9" providerId="ADAL" clId="{CE3E9A5C-A4D8-4377-A241-83D0930CFC72}" dt="2026-02-27T19:39:36.279" v="51" actId="14100"/>
        <pc:sldMkLst>
          <pc:docMk/>
          <pc:sldMk cId="0" sldId="265"/>
        </pc:sldMkLst>
        <pc:spChg chg="mod">
          <ac:chgData name="Rocco Cuffari" userId="e6f4d7f4-21fa-404b-9ea2-b81348a7f3e9" providerId="ADAL" clId="{CE3E9A5C-A4D8-4377-A241-83D0930CFC72}" dt="2026-02-27T19:39:36.279" v="51" actId="14100"/>
          <ac:spMkLst>
            <pc:docMk/>
            <pc:sldMk cId="0" sldId="265"/>
            <ac:spMk id="28" creationId="{00000000-0000-0000-0000-000000000000}"/>
          </ac:spMkLst>
        </pc:spChg>
      </pc:sldChg>
      <pc:sldChg chg="modSp mod">
        <pc:chgData name="Rocco Cuffari" userId="e6f4d7f4-21fa-404b-9ea2-b81348a7f3e9" providerId="ADAL" clId="{CE3E9A5C-A4D8-4377-A241-83D0930CFC72}" dt="2026-02-27T19:40:55.579" v="58" actId="1076"/>
        <pc:sldMkLst>
          <pc:docMk/>
          <pc:sldMk cId="0" sldId="267"/>
        </pc:sldMkLst>
        <pc:picChg chg="mod modCrop">
          <ac:chgData name="Rocco Cuffari" userId="e6f4d7f4-21fa-404b-9ea2-b81348a7f3e9" providerId="ADAL" clId="{CE3E9A5C-A4D8-4377-A241-83D0930CFC72}" dt="2026-02-27T19:40:55.579" v="58" actId="1076"/>
          <ac:picMkLst>
            <pc:docMk/>
            <pc:sldMk cId="0" sldId="267"/>
            <ac:picMk id="4" creationId="{00000000-0000-0000-0000-000000000000}"/>
          </ac:picMkLst>
        </pc:picChg>
      </pc:sldChg>
      <pc:sldChg chg="modSp mod">
        <pc:chgData name="Rocco Cuffari" userId="e6f4d7f4-21fa-404b-9ea2-b81348a7f3e9" providerId="ADAL" clId="{CE3E9A5C-A4D8-4377-A241-83D0930CFC72}" dt="2026-02-27T19:41:23.067" v="60" actId="14100"/>
        <pc:sldMkLst>
          <pc:docMk/>
          <pc:sldMk cId="0" sldId="270"/>
        </pc:sldMkLst>
        <pc:spChg chg="mod">
          <ac:chgData name="Rocco Cuffari" userId="e6f4d7f4-21fa-404b-9ea2-b81348a7f3e9" providerId="ADAL" clId="{CE3E9A5C-A4D8-4377-A241-83D0930CFC72}" dt="2026-02-27T19:41:23.067" v="60" actId="14100"/>
          <ac:spMkLst>
            <pc:docMk/>
            <pc:sldMk cId="0" sldId="270"/>
            <ac:spMk id="24" creationId="{00000000-0000-0000-0000-000000000000}"/>
          </ac:spMkLst>
        </pc:spChg>
        <pc:spChg chg="mod">
          <ac:chgData name="Rocco Cuffari" userId="e6f4d7f4-21fa-404b-9ea2-b81348a7f3e9" providerId="ADAL" clId="{CE3E9A5C-A4D8-4377-A241-83D0930CFC72}" dt="2026-02-27T19:41:23.067" v="60" actId="14100"/>
          <ac:spMkLst>
            <pc:docMk/>
            <pc:sldMk cId="0" sldId="270"/>
            <ac:spMk id="25" creationId="{00000000-0000-0000-0000-000000000000}"/>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96664903-9662-6591-2572-6BABFF17E0A8}"/>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3BA6616C-AE1D-5137-A17D-3D0E014BA4F6}"/>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61EE5A6F-54C0-BD46-A474-B7F23DBDB7D0}" type="datetimeFigureOut">
              <a:rPr lang="en-US" smtClean="0"/>
              <a:t>2/27/2026</a:t>
            </a:fld>
            <a:endParaRPr lang="en-US"/>
          </a:p>
        </p:txBody>
      </p:sp>
      <p:sp>
        <p:nvSpPr>
          <p:cNvPr id="4" name="Footer Placeholder 3">
            <a:extLst>
              <a:ext uri="{FF2B5EF4-FFF2-40B4-BE49-F238E27FC236}">
                <a16:creationId xmlns:a16="http://schemas.microsoft.com/office/drawing/2014/main" id="{CD096FEC-D12D-7A4A-B5F3-CA456299000A}"/>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Tree>
    <p:extLst>
      <p:ext uri="{BB962C8B-B14F-4D97-AF65-F5344CB8AC3E}">
        <p14:creationId xmlns:p14="http://schemas.microsoft.com/office/powerpoint/2010/main" val="14838868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F9D8D2B-B6F3-114F-80F4-13B474AAF634}" type="datetimeFigureOut">
              <a:rPr lang="en-US" smtClean="0"/>
              <a:t>2/27/2026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1C78308-E7A6-194C-9A26-E1042FD1DB14}" type="slidenum">
              <a:rPr lang="en-US" smtClean="0"/>
              <a:t>‹#›</a:t>
            </a:fld>
            <a:endParaRPr lang="en-US"/>
          </a:p>
        </p:txBody>
      </p:sp>
    </p:spTree>
    <p:extLst>
      <p:ext uri="{BB962C8B-B14F-4D97-AF65-F5344CB8AC3E}">
        <p14:creationId xmlns:p14="http://schemas.microsoft.com/office/powerpoint/2010/main" val="387163138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course uses a single, coherent LEGO-themed project instead of scattered demos. The Claude.Bricks scenario touches most DP-100 exam skills in a concrete way. We tie each module to the official study guide, including the four domains and their percentages. After this class, you should feel more confident both working in Azure ML and sitting the DP-100 exam.</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These outcomes line up with the four DP-100 domains: Design and prepare (20-25%), Explore data and run experiments (20-25%), Train and deploy models (25-30%), Optimize language models (25-30%). Each lab references one or more of these.</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You do not need to be an expert data scientist, but you should know basics of classification, regression, and evaluation metrics. For Azure, you need permissions to create a workspace, compute, datastores, and related resources. GPU and Azure OpenAI approvals can take time, so plan ahead.</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percentages and domain names come directly from the official DP-100 study guide. I encourage you to keep the study guide open and mark off items as we go. If you see a bullet we have not touched, bring it up.</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Claude.Bricks is playful, but the Azure ML patterns are standard: workspaces, experiments, datasets, models, endpoints, and monitoring. The codebase includes multiple Claude agents handling different tasks, with Azure ML running the heavy lifting.</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Think of Claude as the outer shell orchestrating the logic, and Azure ML as the platform that runs heavy lifting. The script generation pipeline follows: Ingest, Enrich, Train, Deploy.</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slide is about the Azure ML surface area, not about any specific calling application. Claude.Bricks happens to be our caller, but a Flask app or an Azure Function would use the same three patterns. The exam tests your understanding of jobs, endpoints, and MLflow integration.</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scenario aligns with 'explore data and run experiments' and 'train and deploy models' domains. Walk through registering the dataset, submitting a training job, logging metrics, and pushing a model to an endpoint.</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current rule-based validator catches obvious errors, but a model can learn patterns like 'this amount of overhang usually leads to instability.' In DP-100 terms, this exercises data preparation, feature engineering, model selection, evaluation, and deployment.</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We treat each building as a point in a high-dimensional space defined by part counts. Clustering gives us groups of similar builds. This can align with AutoML for tabular data or custom training. Exam questions may ask about compute choice, data asset management, or experiment tracking.</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DP-100 study guide now explicitly includes optimizing language models, including fine-tuning. Focus on the workflow rather than specific regions or SKUs. The exam may test your understanding that fine-tuning is not universally available.</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slide lists Azure AI Search explicitly, fixing the earlier gap where we discussed RAG but did not list the resource. From a DP-100 standpoint, be comfortable describing what each resource does and how it relates to the workspace.</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Prices and discounts change frequently. The main lesson is how to think about cost drivers: compute time, storage, and LLM usage. Low-priority GPUs can make labs more affordable but are not guaranteed.</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the big picture diagram slide. The exam expects you to reason about component relationships, data movement between storage and compute, and where models are tracked and deployed.</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DP-100 does not test Terraform directly, but IaC is common in real projects. Students should understand what Terraform creates and which settings matter for ML workloads. That awareness helps map IaC outputs to exam topics.</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For a classroom lab, we choose simplicity to avoid long debugging sessions. At the same time, model good habits by showing the clear separation between lab defaults and production hardening. Exam questions often test secure-by-default thinking.</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RBAC complexity can derail a lab. We keep it simple: single resource group, broad contributor access for students, clear understanding of cost and security ownership.</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module lines up directly with the first DP-100 domain. We work from architecture principles into actual deployment: sketching what the solution needs, then configuring and creating those resources in Azure ML.</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Help students connect hands-on work to the exam mental model. In the lab, use the portal and SDK to inspect what Terraform built, then add or adjust assets. Common traps include mixing up datastores and data assets.</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Pause and discuss answers as a group. These are the kinds of reasoning questions the exam uses. Reinforce that students are building habits and vocabulary the exam assumes.</a:t>
            </a: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module combines exploratory data science with structured experiment tracking. The exam cares that you know which tools to use when. Our lab will use standard compute instances; we treat feature stores as an advanced topic to review separately.</a:t>
            </a: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In the lab, set up an AutoML run and let Azure ML explore model options. Synapse Spark and feature stores are important for the exam but add weight to a limited class. Recommend at least one Microsoft Learn module on those topics.</a:t>
            </a:r>
          </a:p>
        </p:txBody>
      </p:sp>
      <p:sp>
        <p:nvSpPr>
          <p:cNvPr id="4" name="Slide Number Placeholder 3"/>
          <p:cNvSpPr>
            <a:spLocks noGrp="1"/>
          </p:cNvSpPr>
          <p:nvPr>
            <p:ph type="sldNum" sz="quarter" idx="5"/>
          </p:nvPr>
        </p:nvSpPr>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These are the kinds of reasoning questions the exam often uses. Discuss in groups and encourage students to articulate the trade-offs.</a:t>
            </a:r>
          </a:p>
        </p:txBody>
      </p:sp>
      <p:sp>
        <p:nvSpPr>
          <p:cNvPr id="4" name="Slide Number Placeholder 3"/>
          <p:cNvSpPr>
            <a:spLocks noGrp="1"/>
          </p:cNvSpPr>
          <p:nvPr>
            <p:ph type="sldNum" sz="quarter" idx="5"/>
          </p:nvPr>
        </p:nvSpPr>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where the course moves from one-off experiments into operational patterns. The exam wants you to recognize training pipelines, deployment options, and basic monitoring.</a:t>
            </a:r>
          </a:p>
        </p:txBody>
      </p:sp>
      <p:sp>
        <p:nvSpPr>
          <p:cNvPr id="4" name="Slide Number Placeholder 3"/>
          <p:cNvSpPr>
            <a:spLocks noGrp="1"/>
          </p:cNvSpPr>
          <p:nvPr>
            <p:ph type="sldNum" sz="quarter" idx="5"/>
          </p:nvPr>
        </p:nvSpPr>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In the lab, take code that started in a notebook and turn it into a script job. Then create a pipeline, register the model, deploy it, and send test requests. Pay attention to configuration options like instance count, SKU, and traffic splitting.</a:t>
            </a:r>
          </a:p>
        </p:txBody>
      </p:sp>
      <p:sp>
        <p:nvSpPr>
          <p:cNvPr id="4" name="Slide Number Placeholder 3"/>
          <p:cNvSpPr>
            <a:spLocks noGrp="1"/>
          </p:cNvSpPr>
          <p:nvPr>
            <p:ph type="sldNum" sz="quarter" idx="5"/>
          </p:nvPr>
        </p:nvSpPr>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Discuss these questions as a group. The exam tests operational thinking: when to use pipelines, how to configure deployments, and how to safely update models in production.</a:t>
            </a:r>
          </a:p>
        </p:txBody>
      </p:sp>
      <p:sp>
        <p:nvSpPr>
          <p:cNvPr id="4" name="Slide Number Placeholder 3"/>
          <p:cNvSpPr>
            <a:spLocks noGrp="1"/>
          </p:cNvSpPr>
          <p:nvPr>
            <p:ph type="sldNum" sz="quarter" idx="5"/>
          </p:nvPr>
        </p:nvSpPr>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domain is newer and carries large exam weight. Microsoft expects data scientists to integrate language models using Azure AI Foundry, prompt flow, and Azure AI Search. Our LEGO scenario uses LLMs to generate building specs and reference summaries.</a:t>
            </a:r>
          </a:p>
        </p:txBody>
      </p:sp>
      <p:sp>
        <p:nvSpPr>
          <p:cNvPr id="4" name="Slide Number Placeholder 3"/>
          <p:cNvSpPr>
            <a:spLocks noGrp="1"/>
          </p:cNvSpPr>
          <p:nvPr>
            <p:ph type="sldNum" sz="quarter" idx="5"/>
          </p:nvPr>
        </p:nvSpPr>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exam treats model catalog, playground, and prompt flow as standard tools. In the lab, we build simple but real flows: read context, call a model, shape the output into a spec. Tracing lets you see each step for debugging.</a:t>
            </a:r>
          </a:p>
        </p:txBody>
      </p:sp>
      <p:sp>
        <p:nvSpPr>
          <p:cNvPr id="4" name="Slide Number Placeholder 3"/>
          <p:cNvSpPr>
            <a:spLocks noGrp="1"/>
          </p:cNvSpPr>
          <p:nvPr>
            <p:ph type="sldNum" sz="quarter" idx="5"/>
          </p:nvPr>
        </p:nvSpPr>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aligns directly with DP-100 bullets on RAG, vector stores, and Azure AI Search. In the Claude.Bricks project, RAG supplies patterns from reference buildings. The LLM combines retrieved snippets with the current prompt for richer specs.</a:t>
            </a:r>
          </a:p>
        </p:txBody>
      </p:sp>
      <p:sp>
        <p:nvSpPr>
          <p:cNvPr id="4" name="Slide Number Placeholder 3"/>
          <p:cNvSpPr>
            <a:spLocks noGrp="1"/>
          </p:cNvSpPr>
          <p:nvPr>
            <p:ph type="sldNum" sz="quarter" idx="5"/>
          </p:nvPr>
        </p:nvSpPr>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Optimization is a set of tools, and you pick the one that fits constraints. Fine-tuning makes sense for very consistent narrow-task behavior. Risks include higher cost, model lock-in, and overfitting.</a:t>
            </a:r>
          </a:p>
        </p:txBody>
      </p:sp>
      <p:sp>
        <p:nvSpPr>
          <p:cNvPr id="4" name="Slide Number Placeholder 3"/>
          <p:cNvSpPr>
            <a:spLocks noGrp="1"/>
          </p:cNvSpPr>
          <p:nvPr>
            <p:ph type="sldNum" sz="quarter" idx="5"/>
          </p:nvPr>
        </p:nvSpPr>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slide is deliberately transparent. The project covers a large portion of exam skills, but not every detail. Synapse, feature stores, and Databricks deserve dedicated time. The study guide is the most reliable description of what's in scope.</a:t>
            </a:r>
          </a:p>
        </p:txBody>
      </p:sp>
      <p:sp>
        <p:nvSpPr>
          <p:cNvPr id="4" name="Slide Number Placeholder 3"/>
          <p:cNvSpPr>
            <a:spLocks noGrp="1"/>
          </p:cNvSpPr>
          <p:nvPr>
            <p:ph type="sldNum" sz="quarter" idx="5"/>
          </p:nvPr>
        </p:nvSpPr>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Use the LEGO project to anchor your memory. When an exam question mentions workspaces, endpoints, or RAG, picture how we did it in Claude.Bricks. That concrete anchor makes abstract questions easier. From here, your best move is practice: run more experiments, redeploy models, and build variations.</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1.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Master" Target="../slideMasters/slideMaster1.xml"/><Relationship Id="rId5" Type="http://schemas.openxmlformats.org/officeDocument/2006/relationships/image" Target="../media/image9.svg"/><Relationship Id="rId4" Type="http://schemas.openxmlformats.org/officeDocument/2006/relationships/image" Target="../media/image8.pn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Master" Target="../slideMasters/slideMaster1.xml"/><Relationship Id="rId4" Type="http://schemas.openxmlformats.org/officeDocument/2006/relationships/image" Target="../media/image1.pn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3.png"/><Relationship Id="rId1" Type="http://schemas.openxmlformats.org/officeDocument/2006/relationships/slideMaster" Target="../slideMasters/slideMaster1.xml"/><Relationship Id="rId4" Type="http://schemas.openxmlformats.org/officeDocument/2006/relationships/image" Target="../media/image1.png"/></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4.png"/><Relationship Id="rId1" Type="http://schemas.openxmlformats.org/officeDocument/2006/relationships/slideMaster" Target="../slideMasters/slideMaster1.xml"/><Relationship Id="rId6" Type="http://schemas.openxmlformats.org/officeDocument/2006/relationships/image" Target="../media/image16.svg"/><Relationship Id="rId5" Type="http://schemas.openxmlformats.org/officeDocument/2006/relationships/image" Target="../media/image15.png"/><Relationship Id="rId4" Type="http://schemas.openxmlformats.org/officeDocument/2006/relationships/image" Target="../media/image9.svg"/></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7.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8.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9.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21.emf"/><Relationship Id="rId2" Type="http://schemas.openxmlformats.org/officeDocument/2006/relationships/image" Target="../media/image20.png"/><Relationship Id="rId1" Type="http://schemas.openxmlformats.org/officeDocument/2006/relationships/slideMaster" Target="../slideMasters/slideMaster1.xml"/><Relationship Id="rId4" Type="http://schemas.openxmlformats.org/officeDocument/2006/relationships/image" Target="../media/image1.png"/></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21.emf"/><Relationship Id="rId2" Type="http://schemas.openxmlformats.org/officeDocument/2006/relationships/image" Target="../media/image20.png"/><Relationship Id="rId1" Type="http://schemas.openxmlformats.org/officeDocument/2006/relationships/slideMaster" Target="../slideMasters/slideMaster1.xml"/><Relationship Id="rId4" Type="http://schemas.openxmlformats.org/officeDocument/2006/relationships/image" Target="../media/image1.png"/></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21.emf"/><Relationship Id="rId2" Type="http://schemas.openxmlformats.org/officeDocument/2006/relationships/image" Target="../media/image20.png"/><Relationship Id="rId1" Type="http://schemas.openxmlformats.org/officeDocument/2006/relationships/slideMaster" Target="../slideMasters/slideMaster1.xml"/><Relationship Id="rId4" Type="http://schemas.openxmlformats.org/officeDocument/2006/relationships/image" Target="../media/image1.png"/></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4.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5.png"/><Relationship Id="rId1" Type="http://schemas.openxmlformats.org/officeDocument/2006/relationships/slideMaster" Target="../slideMasters/slideMaster1.xml"/><Relationship Id="rId4" Type="http://schemas.openxmlformats.org/officeDocument/2006/relationships/image" Target="../media/image1.png"/></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5.png"/><Relationship Id="rId1" Type="http://schemas.openxmlformats.org/officeDocument/2006/relationships/slideMaster" Target="../slideMasters/slideMaster1.xml"/><Relationship Id="rId4" Type="http://schemas.openxmlformats.org/officeDocument/2006/relationships/image" Target="../media/image1.png"/></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27.png"/><Relationship Id="rId1" Type="http://schemas.openxmlformats.org/officeDocument/2006/relationships/slideMaster" Target="../slideMasters/slideMaster1.xml"/><Relationship Id="rId5" Type="http://schemas.openxmlformats.org/officeDocument/2006/relationships/image" Target="../media/image9.svg"/><Relationship Id="rId4" Type="http://schemas.openxmlformats.org/officeDocument/2006/relationships/image" Target="../media/image8.png"/></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6.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26.png"/><Relationship Id="rId1" Type="http://schemas.openxmlformats.org/officeDocument/2006/relationships/slideMaster" Target="../slideMasters/slideMaster1.xml"/><Relationship Id="rId4" Type="http://schemas.openxmlformats.org/officeDocument/2006/relationships/image" Target="../media/image1.png"/></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8.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29.png"/><Relationship Id="rId1" Type="http://schemas.openxmlformats.org/officeDocument/2006/relationships/slideMaster" Target="../slideMasters/slideMaster1.xml"/><Relationship Id="rId4" Type="http://schemas.openxmlformats.org/officeDocument/2006/relationships/image" Target="../media/image1.png"/></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29.png"/><Relationship Id="rId1" Type="http://schemas.openxmlformats.org/officeDocument/2006/relationships/slideMaster" Target="../slideMasters/slideMaster1.xml"/><Relationship Id="rId4" Type="http://schemas.openxmlformats.org/officeDocument/2006/relationships/image" Target="../media/image1.png"/></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30.png"/><Relationship Id="rId1" Type="http://schemas.openxmlformats.org/officeDocument/2006/relationships/slideMaster" Target="../slideMasters/slideMaster1.xml"/><Relationship Id="rId5" Type="http://schemas.openxmlformats.org/officeDocument/2006/relationships/image" Target="../media/image31.png"/><Relationship Id="rId4" Type="http://schemas.openxmlformats.org/officeDocument/2006/relationships/image" Target="../media/image16.svg"/></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6.pn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2.pn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3.pn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5.pn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21.emf"/><Relationship Id="rId2" Type="http://schemas.openxmlformats.org/officeDocument/2006/relationships/image" Target="../media/image36.png"/><Relationship Id="rId1" Type="http://schemas.openxmlformats.org/officeDocument/2006/relationships/slideMaster" Target="../slideMasters/slideMaster1.xml"/><Relationship Id="rId4" Type="http://schemas.openxmlformats.org/officeDocument/2006/relationships/image" Target="../media/image1.png"/></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21.emf"/><Relationship Id="rId2" Type="http://schemas.openxmlformats.org/officeDocument/2006/relationships/image" Target="../media/image36.png"/><Relationship Id="rId1" Type="http://schemas.openxmlformats.org/officeDocument/2006/relationships/slideMaster" Target="../slideMasters/slideMaster1.xml"/><Relationship Id="rId4" Type="http://schemas.openxmlformats.org/officeDocument/2006/relationships/image" Target="../media/image1.png"/></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6.png"/><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0.png"/><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slideMaster" Target="../slideMasters/slideMaster2.xml"/><Relationship Id="rId4" Type="http://schemas.openxmlformats.org/officeDocument/2006/relationships/image" Target="../media/image1.png"/></Relationships>
</file>

<file path=ppt/slideLayouts/_rels/slideLayout5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3.png"/><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4.png"/><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5.png"/><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6.pn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White Title 1">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4FC62769-E074-E62E-8027-1214CF80F5BF}"/>
              </a:ext>
            </a:extLst>
          </p:cNvPr>
          <p:cNvSpPr/>
          <p:nvPr userDrawn="1"/>
        </p:nvSpPr>
        <p:spPr>
          <a:xfrm>
            <a:off x="0" y="0"/>
            <a:ext cx="12192000" cy="68580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descr="A white and black corner&#10;&#10;Description automatically generated with medium confidence">
            <a:extLst>
              <a:ext uri="{FF2B5EF4-FFF2-40B4-BE49-F238E27FC236}">
                <a16:creationId xmlns:a16="http://schemas.microsoft.com/office/drawing/2014/main" id="{009E77CC-0C3F-A007-2305-A38158B2F010}"/>
              </a:ext>
            </a:extLst>
          </p:cNvPr>
          <p:cNvPicPr/>
          <p:nvPr userDrawn="1"/>
        </p:nvPicPr>
        <p:blipFill rotWithShape="1">
          <a:blip r:embed="rId3"/>
          <a:srcRect t="5222" r="1875"/>
          <a:stretch/>
        </p:blipFill>
        <p:spPr>
          <a:xfrm>
            <a:off x="0" y="358140"/>
            <a:ext cx="11963400" cy="6499860"/>
          </a:xfrm>
          <a:prstGeom prst="rect">
            <a:avLst/>
          </a:prstGeom>
        </p:spPr>
      </p:pic>
      <p:sp>
        <p:nvSpPr>
          <p:cNvPr id="20" name="Text Placeholder 7">
            <a:extLst>
              <a:ext uri="{FF2B5EF4-FFF2-40B4-BE49-F238E27FC236}">
                <a16:creationId xmlns:a16="http://schemas.microsoft.com/office/drawing/2014/main" id="{E2FB3B13-CDE4-904F-94A9-763BDCEF5A92}"/>
              </a:ext>
            </a:extLst>
          </p:cNvPr>
          <p:cNvSpPr>
            <a:spLocks noGrp="1"/>
          </p:cNvSpPr>
          <p:nvPr>
            <p:ph type="body" sz="quarter" idx="12" hasCustomPrompt="1"/>
          </p:nvPr>
        </p:nvSpPr>
        <p:spPr>
          <a:xfrm>
            <a:off x="812568" y="4849402"/>
            <a:ext cx="9152333" cy="933559"/>
          </a:xfrm>
          <a:prstGeom prst="rect">
            <a:avLst/>
          </a:prstGeom>
        </p:spPr>
        <p:txBody>
          <a:bodyPr>
            <a:normAutofit/>
          </a:bodyPr>
          <a:lstStyle>
            <a:lvl1pPr marL="0" indent="0">
              <a:lnSpc>
                <a:spcPct val="90000"/>
              </a:lnSpc>
              <a:spcBef>
                <a:spcPts val="0"/>
              </a:spcBef>
              <a:buNone/>
              <a:defRPr sz="2800" b="0" i="0" baseline="0">
                <a:solidFill>
                  <a:schemeClr val="accent1"/>
                </a:solidFill>
                <a:latin typeface="Tenorite" pitchFamily="2" charset="0"/>
                <a:ea typeface="Helvetica Neue" charset="0"/>
                <a:cs typeface="Arial" panose="020B0604020202020204" pitchFamily="34" charset="0"/>
              </a:defRPr>
            </a:lvl1pPr>
            <a:lvl2pPr marL="456771" indent="0">
              <a:buNone/>
              <a:defRPr/>
            </a:lvl2pPr>
            <a:lvl3pPr marL="913554" indent="0">
              <a:buNone/>
              <a:defRPr/>
            </a:lvl3pPr>
            <a:lvl4pPr marL="1370326" indent="0">
              <a:buNone/>
              <a:defRPr/>
            </a:lvl4pPr>
            <a:lvl5pPr marL="1827104" indent="0">
              <a:buNone/>
              <a:defRPr/>
            </a:lvl5pPr>
          </a:lstStyle>
          <a:p>
            <a:pPr lvl="0"/>
            <a:r>
              <a:rPr lang="en-US"/>
              <a:t>Name</a:t>
            </a:r>
          </a:p>
        </p:txBody>
      </p:sp>
      <p:sp>
        <p:nvSpPr>
          <p:cNvPr id="22" name="Text Placeholder 7">
            <a:extLst>
              <a:ext uri="{FF2B5EF4-FFF2-40B4-BE49-F238E27FC236}">
                <a16:creationId xmlns:a16="http://schemas.microsoft.com/office/drawing/2014/main" id="{F8726BFE-46F7-9E4C-99A8-D6D54D5C6BAD}"/>
              </a:ext>
            </a:extLst>
          </p:cNvPr>
          <p:cNvSpPr>
            <a:spLocks noGrp="1"/>
          </p:cNvSpPr>
          <p:nvPr>
            <p:ph type="body" sz="quarter" idx="13" hasCustomPrompt="1"/>
          </p:nvPr>
        </p:nvSpPr>
        <p:spPr>
          <a:xfrm>
            <a:off x="812568" y="2244029"/>
            <a:ext cx="6080125" cy="407085"/>
          </a:xfrm>
          <a:prstGeom prst="rect">
            <a:avLst/>
          </a:prstGeom>
        </p:spPr>
        <p:txBody>
          <a:bodyPr anchor="ctr">
            <a:normAutofit/>
          </a:bodyPr>
          <a:lstStyle>
            <a:lvl1pPr marL="0" indent="0">
              <a:lnSpc>
                <a:spcPct val="100000"/>
              </a:lnSpc>
              <a:spcBef>
                <a:spcPts val="0"/>
              </a:spcBef>
              <a:buNone/>
              <a:defRPr sz="2000" b="0" i="0" spc="150" baseline="0">
                <a:solidFill>
                  <a:schemeClr val="accent1"/>
                </a:solidFill>
                <a:latin typeface="Tenorite" pitchFamily="2" charset="0"/>
                <a:ea typeface="Helvetica Neue" charset="0"/>
                <a:cs typeface="Arial" panose="020B0604020202020204" pitchFamily="34" charset="0"/>
              </a:defRPr>
            </a:lvl1pPr>
            <a:lvl2pPr marL="456771" indent="0">
              <a:buNone/>
              <a:defRPr/>
            </a:lvl2pPr>
            <a:lvl3pPr marL="913554" indent="0">
              <a:buNone/>
              <a:defRPr/>
            </a:lvl3pPr>
            <a:lvl4pPr marL="1370326" indent="0">
              <a:buNone/>
              <a:defRPr/>
            </a:lvl4pPr>
            <a:lvl5pPr marL="1827104" indent="0">
              <a:buNone/>
              <a:defRPr/>
            </a:lvl5pPr>
          </a:lstStyle>
          <a:p>
            <a:pPr lvl="0"/>
            <a:r>
              <a:rPr lang="en-US"/>
              <a:t>DATE</a:t>
            </a:r>
          </a:p>
        </p:txBody>
      </p:sp>
      <p:pic>
        <p:nvPicPr>
          <p:cNvPr id="4" name="Picture 3" descr="A blue and black text box&#10;&#10;Description automatically generated with medium confidence">
            <a:extLst>
              <a:ext uri="{FF2B5EF4-FFF2-40B4-BE49-F238E27FC236}">
                <a16:creationId xmlns:a16="http://schemas.microsoft.com/office/drawing/2014/main" id="{6D160348-621E-6F53-6C2C-095EE438433A}"/>
              </a:ext>
            </a:extLst>
          </p:cNvPr>
          <p:cNvPicPr>
            <a:picLocks noChangeAspect="1"/>
          </p:cNvPicPr>
          <p:nvPr userDrawn="1"/>
        </p:nvPicPr>
        <p:blipFill>
          <a:blip r:embed="rId4"/>
          <a:stretch>
            <a:fillRect/>
          </a:stretch>
        </p:blipFill>
        <p:spPr>
          <a:xfrm>
            <a:off x="930875" y="1075038"/>
            <a:ext cx="1628340" cy="407085"/>
          </a:xfrm>
          <a:prstGeom prst="rect">
            <a:avLst/>
          </a:prstGeom>
        </p:spPr>
      </p:pic>
      <p:sp>
        <p:nvSpPr>
          <p:cNvPr id="7" name="Slide Number Placeholder 6">
            <a:extLst>
              <a:ext uri="{FF2B5EF4-FFF2-40B4-BE49-F238E27FC236}">
                <a16:creationId xmlns:a16="http://schemas.microsoft.com/office/drawing/2014/main" id="{10F480F6-180E-B507-4F43-7CC4FDA29BE9}"/>
              </a:ext>
            </a:extLst>
          </p:cNvPr>
          <p:cNvSpPr>
            <a:spLocks noGrp="1"/>
          </p:cNvSpPr>
          <p:nvPr>
            <p:ph type="sldNum" sz="quarter" idx="16"/>
          </p:nvPr>
        </p:nvSpPr>
        <p:spPr/>
        <p:txBody>
          <a:bodyPr/>
          <a:lstStyle/>
          <a:p>
            <a:fld id="{A1386E00-FEB9-4948-8786-D40D5ED0BD9B}" type="slidenum">
              <a:rPr lang="en-US" smtClean="0"/>
              <a:pPr/>
              <a:t>‹#›</a:t>
            </a:fld>
            <a:endParaRPr lang="en-US"/>
          </a:p>
        </p:txBody>
      </p:sp>
      <p:sp>
        <p:nvSpPr>
          <p:cNvPr id="2" name="Text Placeholder 7">
            <a:extLst>
              <a:ext uri="{FF2B5EF4-FFF2-40B4-BE49-F238E27FC236}">
                <a16:creationId xmlns:a16="http://schemas.microsoft.com/office/drawing/2014/main" id="{9F852B44-B51A-5654-AB51-531C775C2F76}"/>
              </a:ext>
            </a:extLst>
          </p:cNvPr>
          <p:cNvSpPr>
            <a:spLocks noGrp="1"/>
          </p:cNvSpPr>
          <p:nvPr>
            <p:ph type="body" sz="quarter" idx="11" hasCustomPrompt="1"/>
          </p:nvPr>
        </p:nvSpPr>
        <p:spPr>
          <a:xfrm>
            <a:off x="812568" y="2633468"/>
            <a:ext cx="9152334" cy="2092644"/>
          </a:xfrm>
          <a:prstGeom prst="rect">
            <a:avLst/>
          </a:prstGeom>
        </p:spPr>
        <p:txBody>
          <a:bodyPr anchor="ctr">
            <a:normAutofit/>
          </a:bodyPr>
          <a:lstStyle>
            <a:lvl1pPr marL="0" indent="0">
              <a:lnSpc>
                <a:spcPct val="90000"/>
              </a:lnSpc>
              <a:spcBef>
                <a:spcPts val="0"/>
              </a:spcBef>
              <a:buNone/>
              <a:defRPr sz="6000" b="0" i="0">
                <a:solidFill>
                  <a:schemeClr val="tx1"/>
                </a:solidFill>
                <a:latin typeface="Tenorite" pitchFamily="2" charset="0"/>
                <a:ea typeface="Helvetica Neue" charset="0"/>
                <a:cs typeface="Arial" panose="020B0604020202020204" pitchFamily="34" charset="0"/>
              </a:defRPr>
            </a:lvl1pPr>
            <a:lvl2pPr marL="456771" indent="0">
              <a:buNone/>
              <a:defRPr/>
            </a:lvl2pPr>
            <a:lvl3pPr marL="913554" indent="0">
              <a:buNone/>
              <a:defRPr/>
            </a:lvl3pPr>
            <a:lvl4pPr marL="1370326" indent="0">
              <a:buNone/>
              <a:defRPr/>
            </a:lvl4pPr>
            <a:lvl5pPr marL="1827104" indent="0">
              <a:buNone/>
              <a:defRPr/>
            </a:lvl5pPr>
          </a:lstStyle>
          <a:p>
            <a:pPr lvl="0"/>
            <a:r>
              <a:rPr lang="en-US"/>
              <a:t>Title goes here and can continue here, also.</a:t>
            </a:r>
          </a:p>
        </p:txBody>
      </p:sp>
      <p:sp>
        <p:nvSpPr>
          <p:cNvPr id="3" name="Rectangle 2">
            <a:extLst>
              <a:ext uri="{FF2B5EF4-FFF2-40B4-BE49-F238E27FC236}">
                <a16:creationId xmlns:a16="http://schemas.microsoft.com/office/drawing/2014/main" id="{2BCB1B17-BC59-8C23-2E75-574C1285A491}"/>
              </a:ext>
            </a:extLst>
          </p:cNvPr>
          <p:cNvSpPr/>
          <p:nvPr userDrawn="1"/>
        </p:nvSpPr>
        <p:spPr>
          <a:xfrm>
            <a:off x="10894142" y="6292645"/>
            <a:ext cx="973393" cy="242377"/>
          </a:xfrm>
          <a:prstGeom prst="rect">
            <a:avLst/>
          </a:prstGeom>
          <a:solidFill>
            <a:srgbClr val="ECF1F3"/>
          </a:solidFill>
          <a:ln w="0" cap="flat">
            <a:noFill/>
            <a:prstDash val="solid"/>
            <a:miter/>
          </a:ln>
        </p:spPr>
        <p:txBody>
          <a:bodyPr rtlCol="0" anchor="ctr"/>
          <a:lstStyle/>
          <a:p>
            <a:pPr algn="l"/>
            <a:endParaRPr lang="en-US"/>
          </a:p>
        </p:txBody>
      </p:sp>
    </p:spTree>
    <p:extLst>
      <p:ext uri="{BB962C8B-B14F-4D97-AF65-F5344CB8AC3E}">
        <p14:creationId xmlns:p14="http://schemas.microsoft.com/office/powerpoint/2010/main" val="358678436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White Title 1">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0BB6C6EF-3D6A-FFCF-C7F4-E6F5B7A77FBE}"/>
              </a:ext>
            </a:extLst>
          </p:cNvPr>
          <p:cNvSpPr/>
          <p:nvPr userDrawn="1"/>
        </p:nvSpPr>
        <p:spPr>
          <a:xfrm>
            <a:off x="0" y="0"/>
            <a:ext cx="12192000" cy="68580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descr="A white and black corner&#10;&#10;Description automatically generated with medium confidence">
            <a:extLst>
              <a:ext uri="{FF2B5EF4-FFF2-40B4-BE49-F238E27FC236}">
                <a16:creationId xmlns:a16="http://schemas.microsoft.com/office/drawing/2014/main" id="{25DF958E-30C7-B5FD-D381-5E9A8D96000C}"/>
              </a:ext>
            </a:extLst>
          </p:cNvPr>
          <p:cNvPicPr/>
          <p:nvPr userDrawn="1"/>
        </p:nvPicPr>
        <p:blipFill rotWithShape="1">
          <a:blip r:embed="rId3"/>
          <a:srcRect t="5222" r="1875"/>
          <a:stretch/>
        </p:blipFill>
        <p:spPr>
          <a:xfrm>
            <a:off x="0" y="358140"/>
            <a:ext cx="11963400" cy="6499860"/>
          </a:xfrm>
          <a:prstGeom prst="rect">
            <a:avLst/>
          </a:prstGeom>
        </p:spPr>
      </p:pic>
      <p:sp>
        <p:nvSpPr>
          <p:cNvPr id="20" name="Text Placeholder 7">
            <a:extLst>
              <a:ext uri="{FF2B5EF4-FFF2-40B4-BE49-F238E27FC236}">
                <a16:creationId xmlns:a16="http://schemas.microsoft.com/office/drawing/2014/main" id="{E2FB3B13-CDE4-904F-94A9-763BDCEF5A92}"/>
              </a:ext>
            </a:extLst>
          </p:cNvPr>
          <p:cNvSpPr>
            <a:spLocks noGrp="1"/>
          </p:cNvSpPr>
          <p:nvPr>
            <p:ph type="body" sz="quarter" idx="12" hasCustomPrompt="1"/>
          </p:nvPr>
        </p:nvSpPr>
        <p:spPr>
          <a:xfrm>
            <a:off x="812568" y="4849402"/>
            <a:ext cx="9152333" cy="933559"/>
          </a:xfrm>
          <a:prstGeom prst="rect">
            <a:avLst/>
          </a:prstGeom>
        </p:spPr>
        <p:txBody>
          <a:bodyPr>
            <a:normAutofit/>
          </a:bodyPr>
          <a:lstStyle>
            <a:lvl1pPr marL="0" indent="0">
              <a:lnSpc>
                <a:spcPct val="90000"/>
              </a:lnSpc>
              <a:spcBef>
                <a:spcPts val="0"/>
              </a:spcBef>
              <a:buNone/>
              <a:defRPr sz="3600" b="0" i="1" baseline="0">
                <a:solidFill>
                  <a:schemeClr val="tx1"/>
                </a:solidFill>
                <a:latin typeface="PT Serif" panose="020A0603040505020204" pitchFamily="18" charset="77"/>
                <a:ea typeface="Helvetica Neue" charset="0"/>
                <a:cs typeface="Arial" panose="020B0604020202020204" pitchFamily="34" charset="0"/>
              </a:defRPr>
            </a:lvl1pPr>
            <a:lvl2pPr marL="456771" indent="0">
              <a:buNone/>
              <a:defRPr/>
            </a:lvl2pPr>
            <a:lvl3pPr marL="913554" indent="0">
              <a:buNone/>
              <a:defRPr/>
            </a:lvl3pPr>
            <a:lvl4pPr marL="1370326" indent="0">
              <a:buNone/>
              <a:defRPr/>
            </a:lvl4pPr>
            <a:lvl5pPr marL="1827104" indent="0">
              <a:buNone/>
              <a:defRPr/>
            </a:lvl5pPr>
          </a:lstStyle>
          <a:p>
            <a:pPr lvl="0"/>
            <a:r>
              <a:rPr lang="en-US"/>
              <a:t>Name</a:t>
            </a:r>
          </a:p>
        </p:txBody>
      </p:sp>
      <p:sp>
        <p:nvSpPr>
          <p:cNvPr id="22" name="Text Placeholder 7">
            <a:extLst>
              <a:ext uri="{FF2B5EF4-FFF2-40B4-BE49-F238E27FC236}">
                <a16:creationId xmlns:a16="http://schemas.microsoft.com/office/drawing/2014/main" id="{F8726BFE-46F7-9E4C-99A8-D6D54D5C6BAD}"/>
              </a:ext>
            </a:extLst>
          </p:cNvPr>
          <p:cNvSpPr>
            <a:spLocks noGrp="1"/>
          </p:cNvSpPr>
          <p:nvPr>
            <p:ph type="body" sz="quarter" idx="13" hasCustomPrompt="1"/>
          </p:nvPr>
        </p:nvSpPr>
        <p:spPr>
          <a:xfrm>
            <a:off x="812568" y="2244029"/>
            <a:ext cx="6080125" cy="407085"/>
          </a:xfrm>
          <a:prstGeom prst="rect">
            <a:avLst/>
          </a:prstGeom>
        </p:spPr>
        <p:txBody>
          <a:bodyPr anchor="ctr">
            <a:normAutofit/>
          </a:bodyPr>
          <a:lstStyle>
            <a:lvl1pPr marL="0" indent="0">
              <a:lnSpc>
                <a:spcPct val="100000"/>
              </a:lnSpc>
              <a:spcBef>
                <a:spcPts val="0"/>
              </a:spcBef>
              <a:buNone/>
              <a:defRPr sz="2000" b="0" i="0" spc="150" baseline="0">
                <a:solidFill>
                  <a:schemeClr val="accent1"/>
                </a:solidFill>
                <a:latin typeface="Tenorite" pitchFamily="2" charset="0"/>
                <a:ea typeface="Helvetica Neue" charset="0"/>
                <a:cs typeface="Arial" panose="020B0604020202020204" pitchFamily="34" charset="0"/>
              </a:defRPr>
            </a:lvl1pPr>
            <a:lvl2pPr marL="456771" indent="0">
              <a:buNone/>
              <a:defRPr/>
            </a:lvl2pPr>
            <a:lvl3pPr marL="913554" indent="0">
              <a:buNone/>
              <a:defRPr/>
            </a:lvl3pPr>
            <a:lvl4pPr marL="1370326" indent="0">
              <a:buNone/>
              <a:defRPr/>
            </a:lvl4pPr>
            <a:lvl5pPr marL="1827104" indent="0">
              <a:buNone/>
              <a:defRPr/>
            </a:lvl5pPr>
          </a:lstStyle>
          <a:p>
            <a:pPr lvl="0"/>
            <a:r>
              <a:rPr lang="en-US"/>
              <a:t>DATE</a:t>
            </a:r>
          </a:p>
        </p:txBody>
      </p:sp>
      <p:pic>
        <p:nvPicPr>
          <p:cNvPr id="4" name="Picture 3" descr="A blue and black text box&#10;&#10;Description automatically generated with medium confidence">
            <a:extLst>
              <a:ext uri="{FF2B5EF4-FFF2-40B4-BE49-F238E27FC236}">
                <a16:creationId xmlns:a16="http://schemas.microsoft.com/office/drawing/2014/main" id="{6D160348-621E-6F53-6C2C-095EE438433A}"/>
              </a:ext>
            </a:extLst>
          </p:cNvPr>
          <p:cNvPicPr>
            <a:picLocks noChangeAspect="1"/>
          </p:cNvPicPr>
          <p:nvPr userDrawn="1"/>
        </p:nvPicPr>
        <p:blipFill>
          <a:blip r:embed="rId4"/>
          <a:stretch>
            <a:fillRect/>
          </a:stretch>
        </p:blipFill>
        <p:spPr>
          <a:xfrm>
            <a:off x="930875" y="1075038"/>
            <a:ext cx="1628340" cy="407085"/>
          </a:xfrm>
          <a:prstGeom prst="rect">
            <a:avLst/>
          </a:prstGeom>
        </p:spPr>
      </p:pic>
      <p:sp>
        <p:nvSpPr>
          <p:cNvPr id="7" name="Slide Number Placeholder 6">
            <a:extLst>
              <a:ext uri="{FF2B5EF4-FFF2-40B4-BE49-F238E27FC236}">
                <a16:creationId xmlns:a16="http://schemas.microsoft.com/office/drawing/2014/main" id="{10F480F6-180E-B507-4F43-7CC4FDA29BE9}"/>
              </a:ext>
            </a:extLst>
          </p:cNvPr>
          <p:cNvSpPr>
            <a:spLocks noGrp="1"/>
          </p:cNvSpPr>
          <p:nvPr>
            <p:ph type="sldNum" sz="quarter" idx="16"/>
          </p:nvPr>
        </p:nvSpPr>
        <p:spPr/>
        <p:txBody>
          <a:bodyPr/>
          <a:lstStyle/>
          <a:p>
            <a:fld id="{A1386E00-FEB9-4948-8786-D40D5ED0BD9B}" type="slidenum">
              <a:rPr lang="en-US" smtClean="0"/>
              <a:pPr/>
              <a:t>‹#›</a:t>
            </a:fld>
            <a:endParaRPr lang="en-US"/>
          </a:p>
        </p:txBody>
      </p:sp>
      <p:sp>
        <p:nvSpPr>
          <p:cNvPr id="2" name="Text Placeholder 7">
            <a:extLst>
              <a:ext uri="{FF2B5EF4-FFF2-40B4-BE49-F238E27FC236}">
                <a16:creationId xmlns:a16="http://schemas.microsoft.com/office/drawing/2014/main" id="{9F852B44-B51A-5654-AB51-531C775C2F76}"/>
              </a:ext>
            </a:extLst>
          </p:cNvPr>
          <p:cNvSpPr>
            <a:spLocks noGrp="1"/>
          </p:cNvSpPr>
          <p:nvPr>
            <p:ph type="body" sz="quarter" idx="11" hasCustomPrompt="1"/>
          </p:nvPr>
        </p:nvSpPr>
        <p:spPr>
          <a:xfrm>
            <a:off x="812568" y="2633468"/>
            <a:ext cx="9152334" cy="2092644"/>
          </a:xfrm>
          <a:prstGeom prst="rect">
            <a:avLst/>
          </a:prstGeom>
        </p:spPr>
        <p:txBody>
          <a:bodyPr anchor="ctr">
            <a:normAutofit/>
          </a:bodyPr>
          <a:lstStyle>
            <a:lvl1pPr marL="0" indent="0">
              <a:lnSpc>
                <a:spcPct val="90000"/>
              </a:lnSpc>
              <a:spcBef>
                <a:spcPts val="0"/>
              </a:spcBef>
              <a:buNone/>
              <a:defRPr sz="6000" b="0" i="0">
                <a:solidFill>
                  <a:schemeClr val="tx1"/>
                </a:solidFill>
                <a:latin typeface="Tenorite" pitchFamily="2" charset="0"/>
                <a:ea typeface="Helvetica Neue" charset="0"/>
                <a:cs typeface="Arial" panose="020B0604020202020204" pitchFamily="34" charset="0"/>
              </a:defRPr>
            </a:lvl1pPr>
            <a:lvl2pPr marL="456771" indent="0">
              <a:buNone/>
              <a:defRPr/>
            </a:lvl2pPr>
            <a:lvl3pPr marL="913554" indent="0">
              <a:buNone/>
              <a:defRPr/>
            </a:lvl3pPr>
            <a:lvl4pPr marL="1370326" indent="0">
              <a:buNone/>
              <a:defRPr/>
            </a:lvl4pPr>
            <a:lvl5pPr marL="1827104" indent="0">
              <a:buNone/>
              <a:defRPr/>
            </a:lvl5pPr>
          </a:lstStyle>
          <a:p>
            <a:pPr lvl="0"/>
            <a:r>
              <a:rPr lang="en-US"/>
              <a:t>Title goes here and can continue here, also.</a:t>
            </a:r>
          </a:p>
        </p:txBody>
      </p:sp>
      <p:sp>
        <p:nvSpPr>
          <p:cNvPr id="3" name="Rectangle 2">
            <a:extLst>
              <a:ext uri="{FF2B5EF4-FFF2-40B4-BE49-F238E27FC236}">
                <a16:creationId xmlns:a16="http://schemas.microsoft.com/office/drawing/2014/main" id="{D17BCCA7-02AB-7477-B482-D19E7E8B84A2}"/>
              </a:ext>
            </a:extLst>
          </p:cNvPr>
          <p:cNvSpPr/>
          <p:nvPr userDrawn="1"/>
        </p:nvSpPr>
        <p:spPr>
          <a:xfrm>
            <a:off x="10894142" y="6292645"/>
            <a:ext cx="973393" cy="242377"/>
          </a:xfrm>
          <a:prstGeom prst="rect">
            <a:avLst/>
          </a:prstGeom>
          <a:solidFill>
            <a:srgbClr val="ECF1F3"/>
          </a:solidFill>
          <a:ln w="0" cap="flat">
            <a:noFill/>
            <a:prstDash val="solid"/>
            <a:miter/>
          </a:ln>
        </p:spPr>
        <p:txBody>
          <a:bodyPr rtlCol="0" anchor="ctr"/>
          <a:lstStyle/>
          <a:p>
            <a:pPr algn="l"/>
            <a:endParaRPr lang="en-US"/>
          </a:p>
        </p:txBody>
      </p:sp>
    </p:spTree>
    <p:extLst>
      <p:ext uri="{BB962C8B-B14F-4D97-AF65-F5344CB8AC3E}">
        <p14:creationId xmlns:p14="http://schemas.microsoft.com/office/powerpoint/2010/main" val="285851125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827F224D-A045-8D19-521A-F70A3E70460B}"/>
              </a:ext>
            </a:extLst>
          </p:cNvPr>
          <p:cNvSpPr/>
          <p:nvPr userDrawn="1"/>
        </p:nvSpPr>
        <p:spPr>
          <a:xfrm>
            <a:off x="0" y="0"/>
            <a:ext cx="12192000" cy="6858000"/>
          </a:xfrm>
          <a:prstGeom prst="rect">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509B425-C883-3CBA-2A3B-B7768D206E56}"/>
              </a:ext>
            </a:extLst>
          </p:cNvPr>
          <p:cNvSpPr>
            <a:spLocks noGrp="1"/>
          </p:cNvSpPr>
          <p:nvPr>
            <p:ph type="title"/>
          </p:nvPr>
        </p:nvSpPr>
        <p:spPr/>
        <p:txBody>
          <a:bodyPr/>
          <a:lstStyle/>
          <a:p>
            <a:r>
              <a:rPr lang="en-US"/>
              <a:t>Click to edit Master title style</a:t>
            </a:r>
          </a:p>
        </p:txBody>
      </p:sp>
      <p:sp>
        <p:nvSpPr>
          <p:cNvPr id="9" name="Slide Number Placeholder 8">
            <a:extLst>
              <a:ext uri="{FF2B5EF4-FFF2-40B4-BE49-F238E27FC236}">
                <a16:creationId xmlns:a16="http://schemas.microsoft.com/office/drawing/2014/main" id="{9CDC1F94-1CF7-8A32-4CF9-568B57C8D030}"/>
              </a:ext>
            </a:extLst>
          </p:cNvPr>
          <p:cNvSpPr>
            <a:spLocks noGrp="1"/>
          </p:cNvSpPr>
          <p:nvPr>
            <p:ph type="sldNum" sz="quarter" idx="12"/>
          </p:nvPr>
        </p:nvSpPr>
        <p:spPr/>
        <p:txBody>
          <a:bodyPr/>
          <a:lstStyle/>
          <a:p>
            <a:fld id="{A1386E00-FEB9-4948-8786-D40D5ED0BD9B}" type="slidenum">
              <a:rPr lang="en-US" smtClean="0"/>
              <a:pPr/>
              <a:t>‹#›</a:t>
            </a:fld>
            <a:endParaRPr lang="en-US"/>
          </a:p>
        </p:txBody>
      </p:sp>
      <p:sp>
        <p:nvSpPr>
          <p:cNvPr id="10" name="Text Placeholder 2">
            <a:extLst>
              <a:ext uri="{FF2B5EF4-FFF2-40B4-BE49-F238E27FC236}">
                <a16:creationId xmlns:a16="http://schemas.microsoft.com/office/drawing/2014/main" id="{E56C16D1-323B-0047-FA2D-4E68E263880B}"/>
              </a:ext>
            </a:extLst>
          </p:cNvPr>
          <p:cNvSpPr>
            <a:spLocks noGrp="1"/>
          </p:cNvSpPr>
          <p:nvPr>
            <p:ph idx="1"/>
          </p:nvPr>
        </p:nvSpPr>
        <p:spPr>
          <a:xfrm>
            <a:off x="635000" y="1825625"/>
            <a:ext cx="109220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3">
            <a:extLst>
              <a:ext uri="{FF2B5EF4-FFF2-40B4-BE49-F238E27FC236}">
                <a16:creationId xmlns:a16="http://schemas.microsoft.com/office/drawing/2014/main" id="{213C9D51-F75A-4B95-017F-2F99AFE31CEA}"/>
              </a:ext>
            </a:extLst>
          </p:cNvPr>
          <p:cNvSpPr/>
          <p:nvPr userDrawn="1"/>
        </p:nvSpPr>
        <p:spPr>
          <a:xfrm>
            <a:off x="-2" y="6785811"/>
            <a:ext cx="12192001" cy="72188"/>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A blue and black text box&#10;&#10;Description automatically generated with medium confidence">
            <a:extLst>
              <a:ext uri="{FF2B5EF4-FFF2-40B4-BE49-F238E27FC236}">
                <a16:creationId xmlns:a16="http://schemas.microsoft.com/office/drawing/2014/main" id="{369D2108-85DB-57EC-5206-872575CAAFB6}"/>
              </a:ext>
            </a:extLst>
          </p:cNvPr>
          <p:cNvPicPr/>
          <p:nvPr userDrawn="1"/>
        </p:nvPicPr>
        <p:blipFill>
          <a:blip r:embed="rId3"/>
          <a:stretch>
            <a:fillRect/>
          </a:stretch>
        </p:blipFill>
        <p:spPr>
          <a:xfrm>
            <a:off x="11094915" y="6335769"/>
            <a:ext cx="699048" cy="174762"/>
          </a:xfrm>
          <a:prstGeom prst="rect">
            <a:avLst/>
          </a:prstGeom>
        </p:spPr>
      </p:pic>
    </p:spTree>
    <p:extLst>
      <p:ext uri="{BB962C8B-B14F-4D97-AF65-F5344CB8AC3E}">
        <p14:creationId xmlns:p14="http://schemas.microsoft.com/office/powerpoint/2010/main" val="116149813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Content - Curv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DF98E79-B481-CD60-3FC2-1BB5FF74FC96}"/>
              </a:ext>
            </a:extLst>
          </p:cNvPr>
          <p:cNvSpPr/>
          <p:nvPr userDrawn="1"/>
        </p:nvSpPr>
        <p:spPr>
          <a:xfrm>
            <a:off x="0" y="0"/>
            <a:ext cx="12192000" cy="68580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A white and black corner&#10;&#10;Description automatically generated">
            <a:extLst>
              <a:ext uri="{FF2B5EF4-FFF2-40B4-BE49-F238E27FC236}">
                <a16:creationId xmlns:a16="http://schemas.microsoft.com/office/drawing/2014/main" id="{18E7E19D-668E-5E83-FA43-67A14ECC8DA4}"/>
              </a:ext>
            </a:extLst>
          </p:cNvPr>
          <p:cNvPicPr/>
          <p:nvPr userDrawn="1"/>
        </p:nvPicPr>
        <p:blipFill rotWithShape="1">
          <a:blip r:embed="rId3"/>
          <a:srcRect r="1857" b="2730"/>
          <a:stretch/>
        </p:blipFill>
        <p:spPr>
          <a:xfrm>
            <a:off x="0" y="0"/>
            <a:ext cx="11965577" cy="6670766"/>
          </a:xfrm>
          <a:prstGeom prst="rect">
            <a:avLst/>
          </a:prstGeom>
        </p:spPr>
      </p:pic>
      <p:pic>
        <p:nvPicPr>
          <p:cNvPr id="46" name="Picture 17">
            <a:extLst>
              <a:ext uri="{FF2B5EF4-FFF2-40B4-BE49-F238E27FC236}">
                <a16:creationId xmlns:a16="http://schemas.microsoft.com/office/drawing/2014/main" id="{A99AEE77-AD49-7FC1-9C34-597937A3F5DB}"/>
              </a:ext>
            </a:extLst>
          </p:cNvPr>
          <p:cNvPicPr>
            <a:picLocks noChangeAspect="1"/>
          </p:cNvPicPr>
          <p:nvPr userDrawn="1"/>
        </p:nvPicPr>
        <p:blipFill>
          <a:blip r:embed="rId4" cstate="email">
            <a:extLst>
              <a:ext uri="{28A0092B-C50C-407E-A947-70E740481C1C}">
                <a14:useLocalDpi xmlns:a14="http://schemas.microsoft.com/office/drawing/2010/main"/>
              </a:ext>
              <a:ext uri="{96DAC541-7B7A-43D3-8B79-37D633B846F1}">
                <asvg:svgBlip xmlns:asvg="http://schemas.microsoft.com/office/drawing/2016/SVG/main" r:embed="rId5"/>
              </a:ext>
            </a:extLst>
          </a:blip>
          <a:srcRect/>
          <a:stretch/>
        </p:blipFill>
        <p:spPr>
          <a:xfrm>
            <a:off x="11099927" y="6358621"/>
            <a:ext cx="705993" cy="143459"/>
          </a:xfrm>
          <a:prstGeom prst="rect">
            <a:avLst/>
          </a:prstGeom>
        </p:spPr>
      </p:pic>
      <p:sp>
        <p:nvSpPr>
          <p:cNvPr id="5" name="Title 1">
            <a:extLst>
              <a:ext uri="{FF2B5EF4-FFF2-40B4-BE49-F238E27FC236}">
                <a16:creationId xmlns:a16="http://schemas.microsoft.com/office/drawing/2014/main" id="{5952DC2C-6FF1-B21A-613A-55A42454ECD0}"/>
              </a:ext>
            </a:extLst>
          </p:cNvPr>
          <p:cNvSpPr>
            <a:spLocks noGrp="1"/>
          </p:cNvSpPr>
          <p:nvPr>
            <p:ph type="title"/>
          </p:nvPr>
        </p:nvSpPr>
        <p:spPr>
          <a:xfrm>
            <a:off x="635000" y="365125"/>
            <a:ext cx="10922000" cy="1325563"/>
          </a:xfrm>
          <a:prstGeom prst="rect">
            <a:avLst/>
          </a:prstGeom>
        </p:spPr>
        <p:txBody>
          <a:bodyPr>
            <a:normAutofit/>
          </a:bodyPr>
          <a:lstStyle>
            <a:lvl1pPr>
              <a:defRPr sz="4400">
                <a:solidFill>
                  <a:schemeClr val="tx1"/>
                </a:solidFill>
              </a:defRPr>
            </a:lvl1pPr>
          </a:lstStyle>
          <a:p>
            <a:r>
              <a:rPr lang="en-US"/>
              <a:t>Click to edit Master title style</a:t>
            </a:r>
          </a:p>
        </p:txBody>
      </p:sp>
      <p:sp>
        <p:nvSpPr>
          <p:cNvPr id="10" name="Slide Number Placeholder 9">
            <a:extLst>
              <a:ext uri="{FF2B5EF4-FFF2-40B4-BE49-F238E27FC236}">
                <a16:creationId xmlns:a16="http://schemas.microsoft.com/office/drawing/2014/main" id="{B9F6D249-AF4D-FEB6-3ECF-69587A7FC3EE}"/>
              </a:ext>
            </a:extLst>
          </p:cNvPr>
          <p:cNvSpPr>
            <a:spLocks noGrp="1"/>
          </p:cNvSpPr>
          <p:nvPr>
            <p:ph type="sldNum" sz="quarter" idx="27"/>
          </p:nvPr>
        </p:nvSpPr>
        <p:spPr/>
        <p:txBody>
          <a:bodyPr/>
          <a:lstStyle/>
          <a:p>
            <a:fld id="{A1386E00-FEB9-4948-8786-D40D5ED0BD9B}" type="slidenum">
              <a:rPr lang="en-US" smtClean="0"/>
              <a:pPr/>
              <a:t>‹#›</a:t>
            </a:fld>
            <a:endParaRPr lang="en-US"/>
          </a:p>
        </p:txBody>
      </p:sp>
      <p:sp>
        <p:nvSpPr>
          <p:cNvPr id="3" name="Text Placeholder 2">
            <a:extLst>
              <a:ext uri="{FF2B5EF4-FFF2-40B4-BE49-F238E27FC236}">
                <a16:creationId xmlns:a16="http://schemas.microsoft.com/office/drawing/2014/main" id="{E8F1CE95-2315-E807-9525-A10483CF65BE}"/>
              </a:ext>
            </a:extLst>
          </p:cNvPr>
          <p:cNvSpPr>
            <a:spLocks noGrp="1"/>
          </p:cNvSpPr>
          <p:nvPr>
            <p:ph idx="1"/>
          </p:nvPr>
        </p:nvSpPr>
        <p:spPr>
          <a:xfrm>
            <a:off x="752231" y="1848985"/>
            <a:ext cx="109220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68380429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Title Subtitl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1ED9B15C-AD06-B08C-8449-176F11C16A76}"/>
              </a:ext>
            </a:extLst>
          </p:cNvPr>
          <p:cNvSpPr/>
          <p:nvPr userDrawn="1"/>
        </p:nvSpPr>
        <p:spPr>
          <a:xfrm>
            <a:off x="0" y="0"/>
            <a:ext cx="12192000" cy="6858000"/>
          </a:xfrm>
          <a:prstGeom prst="rect">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CD742017-49DB-F1B6-1394-85C4296493E8}"/>
              </a:ext>
            </a:extLst>
          </p:cNvPr>
          <p:cNvSpPr/>
          <p:nvPr userDrawn="1"/>
        </p:nvSpPr>
        <p:spPr>
          <a:xfrm>
            <a:off x="-2" y="6785811"/>
            <a:ext cx="12192001" cy="72188"/>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10">
            <a:extLst>
              <a:ext uri="{FF2B5EF4-FFF2-40B4-BE49-F238E27FC236}">
                <a16:creationId xmlns:a16="http://schemas.microsoft.com/office/drawing/2014/main" id="{FAC8DD11-D008-4419-73EF-386208C2AFF2}"/>
              </a:ext>
            </a:extLst>
          </p:cNvPr>
          <p:cNvSpPr>
            <a:spLocks noGrp="1"/>
          </p:cNvSpPr>
          <p:nvPr>
            <p:ph type="body" sz="quarter" idx="12" hasCustomPrompt="1"/>
          </p:nvPr>
        </p:nvSpPr>
        <p:spPr>
          <a:xfrm>
            <a:off x="635001" y="1690688"/>
            <a:ext cx="10965328" cy="309971"/>
          </a:xfrm>
          <a:prstGeom prst="rect">
            <a:avLst/>
          </a:prstGeom>
        </p:spPr>
        <p:txBody>
          <a:bodyPr lIns="91440" tIns="45720" rIns="91440" bIns="45720" anchor="t">
            <a:noAutofit/>
          </a:bodyPr>
          <a:lstStyle>
            <a:lvl1pPr marL="0" indent="0">
              <a:lnSpc>
                <a:spcPct val="100000"/>
              </a:lnSpc>
              <a:buNone/>
              <a:defRPr sz="2400" b="0" i="0">
                <a:solidFill>
                  <a:schemeClr val="accent1"/>
                </a:solidFill>
                <a:latin typeface="Tenorite" pitchFamily="2" charset="0"/>
                <a:ea typeface="Tenorite" pitchFamily="2" charset="0"/>
                <a:cs typeface="Arial" charset="0"/>
              </a:defRPr>
            </a:lvl1pPr>
          </a:lstStyle>
          <a:p>
            <a:pPr lvl="0"/>
            <a:r>
              <a:rPr lang="en-US"/>
              <a:t>Click to edit slide subtitle</a:t>
            </a:r>
          </a:p>
        </p:txBody>
      </p:sp>
      <p:sp>
        <p:nvSpPr>
          <p:cNvPr id="6" name="Title 1">
            <a:extLst>
              <a:ext uri="{FF2B5EF4-FFF2-40B4-BE49-F238E27FC236}">
                <a16:creationId xmlns:a16="http://schemas.microsoft.com/office/drawing/2014/main" id="{8E209AB2-0838-663C-1150-6D7A9FE91137}"/>
              </a:ext>
            </a:extLst>
          </p:cNvPr>
          <p:cNvSpPr>
            <a:spLocks noGrp="1"/>
          </p:cNvSpPr>
          <p:nvPr>
            <p:ph type="title"/>
          </p:nvPr>
        </p:nvSpPr>
        <p:spPr>
          <a:xfrm>
            <a:off x="635000" y="365125"/>
            <a:ext cx="10922000" cy="1325563"/>
          </a:xfrm>
          <a:prstGeom prst="rect">
            <a:avLst/>
          </a:prstGeom>
        </p:spPr>
        <p:txBody>
          <a:bodyPr>
            <a:normAutofit/>
          </a:bodyPr>
          <a:lstStyle>
            <a:lvl1pPr>
              <a:defRPr sz="4400">
                <a:solidFill>
                  <a:schemeClr val="tx1"/>
                </a:solidFill>
              </a:defRPr>
            </a:lvl1pPr>
          </a:lstStyle>
          <a:p>
            <a:r>
              <a:rPr lang="en-US"/>
              <a:t>Click to edit Master title style</a:t>
            </a:r>
          </a:p>
        </p:txBody>
      </p:sp>
      <p:sp>
        <p:nvSpPr>
          <p:cNvPr id="4" name="Content Placeholder 2">
            <a:extLst>
              <a:ext uri="{FF2B5EF4-FFF2-40B4-BE49-F238E27FC236}">
                <a16:creationId xmlns:a16="http://schemas.microsoft.com/office/drawing/2014/main" id="{E305A13C-634B-5A20-B698-7EA94ACF2401}"/>
              </a:ext>
            </a:extLst>
          </p:cNvPr>
          <p:cNvSpPr>
            <a:spLocks noGrp="1"/>
          </p:cNvSpPr>
          <p:nvPr>
            <p:ph idx="1"/>
          </p:nvPr>
        </p:nvSpPr>
        <p:spPr>
          <a:xfrm>
            <a:off x="635000" y="2255519"/>
            <a:ext cx="10922000" cy="3921443"/>
          </a:xfrm>
        </p:spPr>
        <p:txBody>
          <a:bodyPr>
            <a:noAutofit/>
          </a:bodyPr>
          <a:lstStyle>
            <a:lvl1pPr>
              <a:defRPr sz="2000">
                <a:solidFill>
                  <a:schemeClr val="tx1"/>
                </a:solidFill>
              </a:defRPr>
            </a:lvl1pPr>
            <a:lvl2pPr>
              <a:defRPr sz="1800">
                <a:solidFill>
                  <a:schemeClr val="tx1"/>
                </a:solidFill>
              </a:defRPr>
            </a:lvl2pPr>
            <a:lvl3pPr>
              <a:defRPr sz="1600">
                <a:solidFill>
                  <a:schemeClr val="tx1"/>
                </a:solidFill>
              </a:defRPr>
            </a:lvl3pPr>
          </a:lstStyle>
          <a:p>
            <a:pPr lvl="0"/>
            <a:r>
              <a:rPr lang="en-US"/>
              <a:t>Click to edit Master text styles</a:t>
            </a:r>
          </a:p>
          <a:p>
            <a:pPr lvl="1"/>
            <a:r>
              <a:rPr lang="en-US"/>
              <a:t>Second level</a:t>
            </a:r>
          </a:p>
          <a:p>
            <a:pPr lvl="2"/>
            <a:r>
              <a:rPr lang="en-US"/>
              <a:t>Third level</a:t>
            </a:r>
          </a:p>
        </p:txBody>
      </p:sp>
      <p:sp>
        <p:nvSpPr>
          <p:cNvPr id="9" name="Slide Number Placeholder 8">
            <a:extLst>
              <a:ext uri="{FF2B5EF4-FFF2-40B4-BE49-F238E27FC236}">
                <a16:creationId xmlns:a16="http://schemas.microsoft.com/office/drawing/2014/main" id="{35E4CA1C-60E6-AA91-1200-FBB210864144}"/>
              </a:ext>
            </a:extLst>
          </p:cNvPr>
          <p:cNvSpPr>
            <a:spLocks noGrp="1"/>
          </p:cNvSpPr>
          <p:nvPr>
            <p:ph type="sldNum" sz="quarter" idx="15"/>
          </p:nvPr>
        </p:nvSpPr>
        <p:spPr/>
        <p:txBody>
          <a:bodyPr/>
          <a:lstStyle/>
          <a:p>
            <a:fld id="{A1386E00-FEB9-4948-8786-D40D5ED0BD9B}" type="slidenum">
              <a:rPr lang="en-US" smtClean="0"/>
              <a:pPr/>
              <a:t>‹#›</a:t>
            </a:fld>
            <a:endParaRPr lang="en-US"/>
          </a:p>
        </p:txBody>
      </p:sp>
      <p:pic>
        <p:nvPicPr>
          <p:cNvPr id="8" name="Picture 7" descr="A blue and black text box&#10;&#10;Description automatically generated with medium confidence">
            <a:extLst>
              <a:ext uri="{FF2B5EF4-FFF2-40B4-BE49-F238E27FC236}">
                <a16:creationId xmlns:a16="http://schemas.microsoft.com/office/drawing/2014/main" id="{744B4EE9-42A1-9158-8457-6326F7D94FDB}"/>
              </a:ext>
            </a:extLst>
          </p:cNvPr>
          <p:cNvPicPr/>
          <p:nvPr userDrawn="1"/>
        </p:nvPicPr>
        <p:blipFill>
          <a:blip r:embed="rId3"/>
          <a:stretch>
            <a:fillRect/>
          </a:stretch>
        </p:blipFill>
        <p:spPr>
          <a:xfrm>
            <a:off x="11094915" y="6335769"/>
            <a:ext cx="699048" cy="174762"/>
          </a:xfrm>
          <a:prstGeom prst="rect">
            <a:avLst/>
          </a:prstGeom>
        </p:spPr>
      </p:pic>
    </p:spTree>
    <p:extLst>
      <p:ext uri="{BB962C8B-B14F-4D97-AF65-F5344CB8AC3E}">
        <p14:creationId xmlns:p14="http://schemas.microsoft.com/office/powerpoint/2010/main" val="35663672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Subtitl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E875857C-D4D0-046E-2A06-165075F90F19}"/>
              </a:ext>
            </a:extLst>
          </p:cNvPr>
          <p:cNvSpPr/>
          <p:nvPr userDrawn="1"/>
        </p:nvSpPr>
        <p:spPr>
          <a:xfrm>
            <a:off x="0" y="0"/>
            <a:ext cx="12192000" cy="6858000"/>
          </a:xfrm>
          <a:prstGeom prst="rect">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B0026D59-201B-58AC-4455-F6F406B0D675}"/>
              </a:ext>
            </a:extLst>
          </p:cNvPr>
          <p:cNvSpPr/>
          <p:nvPr userDrawn="1"/>
        </p:nvSpPr>
        <p:spPr>
          <a:xfrm>
            <a:off x="-2" y="6785811"/>
            <a:ext cx="12192001" cy="72188"/>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A blue and black text box&#10;&#10;Description automatically generated with medium confidence">
            <a:extLst>
              <a:ext uri="{FF2B5EF4-FFF2-40B4-BE49-F238E27FC236}">
                <a16:creationId xmlns:a16="http://schemas.microsoft.com/office/drawing/2014/main" id="{91276DF2-3D8C-8E9D-EC75-72AFF3C0E0C7}"/>
              </a:ext>
            </a:extLst>
          </p:cNvPr>
          <p:cNvPicPr/>
          <p:nvPr userDrawn="1"/>
        </p:nvPicPr>
        <p:blipFill>
          <a:blip r:embed="rId3"/>
          <a:stretch>
            <a:fillRect/>
          </a:stretch>
        </p:blipFill>
        <p:spPr>
          <a:xfrm>
            <a:off x="11094915" y="6335769"/>
            <a:ext cx="699048" cy="174762"/>
          </a:xfrm>
          <a:prstGeom prst="rect">
            <a:avLst/>
          </a:prstGeom>
        </p:spPr>
      </p:pic>
      <p:sp>
        <p:nvSpPr>
          <p:cNvPr id="6" name="Title 1">
            <a:extLst>
              <a:ext uri="{FF2B5EF4-FFF2-40B4-BE49-F238E27FC236}">
                <a16:creationId xmlns:a16="http://schemas.microsoft.com/office/drawing/2014/main" id="{21736F3E-A267-DDD8-C899-3BB73F7F4365}"/>
              </a:ext>
            </a:extLst>
          </p:cNvPr>
          <p:cNvSpPr>
            <a:spLocks noGrp="1"/>
          </p:cNvSpPr>
          <p:nvPr>
            <p:ph type="title"/>
          </p:nvPr>
        </p:nvSpPr>
        <p:spPr>
          <a:xfrm>
            <a:off x="635000" y="365125"/>
            <a:ext cx="10922000" cy="1325563"/>
          </a:xfrm>
          <a:prstGeom prst="rect">
            <a:avLst/>
          </a:prstGeom>
        </p:spPr>
        <p:txBody>
          <a:bodyPr>
            <a:normAutofit/>
          </a:bodyPr>
          <a:lstStyle>
            <a:lvl1pPr>
              <a:defRPr sz="4400">
                <a:solidFill>
                  <a:schemeClr val="tx1"/>
                </a:solidFill>
              </a:defRPr>
            </a:lvl1pPr>
          </a:lstStyle>
          <a:p>
            <a:r>
              <a:rPr lang="en-US"/>
              <a:t>Click to edit Master title style</a:t>
            </a:r>
          </a:p>
        </p:txBody>
      </p:sp>
      <p:sp>
        <p:nvSpPr>
          <p:cNvPr id="2" name="Text Placeholder 10">
            <a:extLst>
              <a:ext uri="{FF2B5EF4-FFF2-40B4-BE49-F238E27FC236}">
                <a16:creationId xmlns:a16="http://schemas.microsoft.com/office/drawing/2014/main" id="{D3371D69-4402-D861-7228-340765052B0E}"/>
              </a:ext>
            </a:extLst>
          </p:cNvPr>
          <p:cNvSpPr>
            <a:spLocks noGrp="1"/>
          </p:cNvSpPr>
          <p:nvPr>
            <p:ph type="body" sz="quarter" idx="12" hasCustomPrompt="1"/>
          </p:nvPr>
        </p:nvSpPr>
        <p:spPr>
          <a:xfrm>
            <a:off x="635001" y="1392320"/>
            <a:ext cx="10965328" cy="309971"/>
          </a:xfrm>
          <a:prstGeom prst="rect">
            <a:avLst/>
          </a:prstGeom>
        </p:spPr>
        <p:txBody>
          <a:bodyPr lIns="91440" tIns="45720" rIns="91440" bIns="45720" anchor="t">
            <a:noAutofit/>
          </a:bodyPr>
          <a:lstStyle>
            <a:lvl1pPr marL="0" indent="0">
              <a:lnSpc>
                <a:spcPct val="100000"/>
              </a:lnSpc>
              <a:buNone/>
              <a:defRPr sz="2400" b="0" i="0">
                <a:solidFill>
                  <a:schemeClr val="accent1"/>
                </a:solidFill>
                <a:latin typeface="Tenorite" pitchFamily="2" charset="0"/>
                <a:ea typeface="Tenorite" pitchFamily="2" charset="0"/>
                <a:cs typeface="Arial" charset="0"/>
              </a:defRPr>
            </a:lvl1pPr>
          </a:lstStyle>
          <a:p>
            <a:pPr lvl="0"/>
            <a:r>
              <a:rPr lang="en-US"/>
              <a:t>Click to edit slide subtitle</a:t>
            </a:r>
          </a:p>
        </p:txBody>
      </p:sp>
      <p:sp>
        <p:nvSpPr>
          <p:cNvPr id="12" name="Slide Number Placeholder 11">
            <a:extLst>
              <a:ext uri="{FF2B5EF4-FFF2-40B4-BE49-F238E27FC236}">
                <a16:creationId xmlns:a16="http://schemas.microsoft.com/office/drawing/2014/main" id="{9334BB6D-106E-EF59-8487-E2EAD6225940}"/>
              </a:ext>
            </a:extLst>
          </p:cNvPr>
          <p:cNvSpPr>
            <a:spLocks noGrp="1"/>
          </p:cNvSpPr>
          <p:nvPr>
            <p:ph type="sldNum" sz="quarter" idx="15"/>
          </p:nvPr>
        </p:nvSpPr>
        <p:spPr/>
        <p:txBody>
          <a:bodyPr/>
          <a:lstStyle/>
          <a:p>
            <a:fld id="{A1386E00-FEB9-4948-8786-D40D5ED0BD9B}" type="slidenum">
              <a:rPr lang="en-US" smtClean="0"/>
              <a:pPr/>
              <a:t>‹#›</a:t>
            </a:fld>
            <a:endParaRPr lang="en-US"/>
          </a:p>
        </p:txBody>
      </p:sp>
    </p:spTree>
    <p:extLst>
      <p:ext uri="{BB962C8B-B14F-4D97-AF65-F5344CB8AC3E}">
        <p14:creationId xmlns:p14="http://schemas.microsoft.com/office/powerpoint/2010/main" val="12101982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Title Only">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A0E9819A-5B94-C4E9-AA5F-874D71B96E15}"/>
              </a:ext>
            </a:extLst>
          </p:cNvPr>
          <p:cNvSpPr/>
          <p:nvPr userDrawn="1"/>
        </p:nvSpPr>
        <p:spPr>
          <a:xfrm>
            <a:off x="0" y="0"/>
            <a:ext cx="12192000" cy="6858000"/>
          </a:xfrm>
          <a:prstGeom prst="rect">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DCC98B68-2297-5BB5-9D4B-427C8C3E1BC6}"/>
              </a:ext>
            </a:extLst>
          </p:cNvPr>
          <p:cNvSpPr/>
          <p:nvPr userDrawn="1"/>
        </p:nvSpPr>
        <p:spPr>
          <a:xfrm>
            <a:off x="-2" y="6785811"/>
            <a:ext cx="12192001" cy="72188"/>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A blue and black text box&#10;&#10;Description automatically generated with medium confidence">
            <a:extLst>
              <a:ext uri="{FF2B5EF4-FFF2-40B4-BE49-F238E27FC236}">
                <a16:creationId xmlns:a16="http://schemas.microsoft.com/office/drawing/2014/main" id="{64A008B9-B52D-E69F-BBDC-73DCC51A11D7}"/>
              </a:ext>
            </a:extLst>
          </p:cNvPr>
          <p:cNvPicPr/>
          <p:nvPr userDrawn="1"/>
        </p:nvPicPr>
        <p:blipFill>
          <a:blip r:embed="rId3"/>
          <a:stretch>
            <a:fillRect/>
          </a:stretch>
        </p:blipFill>
        <p:spPr>
          <a:xfrm>
            <a:off x="11094915" y="6335769"/>
            <a:ext cx="699048" cy="174762"/>
          </a:xfrm>
          <a:prstGeom prst="rect">
            <a:avLst/>
          </a:prstGeom>
        </p:spPr>
      </p:pic>
      <p:sp>
        <p:nvSpPr>
          <p:cNvPr id="5" name="Title 1">
            <a:extLst>
              <a:ext uri="{FF2B5EF4-FFF2-40B4-BE49-F238E27FC236}">
                <a16:creationId xmlns:a16="http://schemas.microsoft.com/office/drawing/2014/main" id="{E0DA7158-47DF-AD17-9F89-E7F6CA95D4FF}"/>
              </a:ext>
            </a:extLst>
          </p:cNvPr>
          <p:cNvSpPr>
            <a:spLocks noGrp="1"/>
          </p:cNvSpPr>
          <p:nvPr>
            <p:ph type="title"/>
          </p:nvPr>
        </p:nvSpPr>
        <p:spPr>
          <a:xfrm>
            <a:off x="635000" y="365125"/>
            <a:ext cx="10922000" cy="1325563"/>
          </a:xfrm>
          <a:prstGeom prst="rect">
            <a:avLst/>
          </a:prstGeom>
        </p:spPr>
        <p:txBody>
          <a:bodyPr>
            <a:normAutofit/>
          </a:bodyPr>
          <a:lstStyle>
            <a:lvl1pPr>
              <a:defRPr sz="4400">
                <a:solidFill>
                  <a:schemeClr val="tx1"/>
                </a:solidFill>
              </a:defRPr>
            </a:lvl1pPr>
          </a:lstStyle>
          <a:p>
            <a:r>
              <a:rPr lang="en-US"/>
              <a:t>Click to edit Master title style</a:t>
            </a:r>
          </a:p>
        </p:txBody>
      </p:sp>
      <p:sp>
        <p:nvSpPr>
          <p:cNvPr id="7" name="Slide Number Placeholder 6">
            <a:extLst>
              <a:ext uri="{FF2B5EF4-FFF2-40B4-BE49-F238E27FC236}">
                <a16:creationId xmlns:a16="http://schemas.microsoft.com/office/drawing/2014/main" id="{D1104A3B-FDCA-62BD-D10F-B3C090AC1168}"/>
              </a:ext>
            </a:extLst>
          </p:cNvPr>
          <p:cNvSpPr>
            <a:spLocks noGrp="1"/>
          </p:cNvSpPr>
          <p:nvPr>
            <p:ph type="sldNum" sz="quarter" idx="12"/>
          </p:nvPr>
        </p:nvSpPr>
        <p:spPr/>
        <p:txBody>
          <a:bodyPr/>
          <a:lstStyle/>
          <a:p>
            <a:fld id="{A1386E00-FEB9-4948-8786-D40D5ED0BD9B}" type="slidenum">
              <a:rPr lang="en-US" smtClean="0"/>
              <a:pPr/>
              <a:t>‹#›</a:t>
            </a:fld>
            <a:endParaRPr lang="en-US"/>
          </a:p>
        </p:txBody>
      </p:sp>
    </p:spTree>
    <p:extLst>
      <p:ext uri="{BB962C8B-B14F-4D97-AF65-F5344CB8AC3E}">
        <p14:creationId xmlns:p14="http://schemas.microsoft.com/office/powerpoint/2010/main" val="11487500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2_Title Subtitl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E9D49862-3340-41F1-BA14-0C2A09B3CA25}"/>
              </a:ext>
            </a:extLst>
          </p:cNvPr>
          <p:cNvSpPr/>
          <p:nvPr userDrawn="1"/>
        </p:nvSpPr>
        <p:spPr>
          <a:xfrm>
            <a:off x="0" y="0"/>
            <a:ext cx="12192000" cy="68580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descr="A white background with black text&#10;&#10;Description automatically generated">
            <a:extLst>
              <a:ext uri="{FF2B5EF4-FFF2-40B4-BE49-F238E27FC236}">
                <a16:creationId xmlns:a16="http://schemas.microsoft.com/office/drawing/2014/main" id="{35C8B2A7-6FFA-3436-4AB0-FEE7B8A82F61}"/>
              </a:ext>
            </a:extLst>
          </p:cNvPr>
          <p:cNvPicPr/>
          <p:nvPr userDrawn="1"/>
        </p:nvPicPr>
        <p:blipFill rotWithShape="1">
          <a:blip r:embed="rId3"/>
          <a:srcRect r="1500" b="2222"/>
          <a:stretch/>
        </p:blipFill>
        <p:spPr>
          <a:xfrm>
            <a:off x="0" y="0"/>
            <a:ext cx="12009120" cy="6705600"/>
          </a:xfrm>
          <a:prstGeom prst="rect">
            <a:avLst/>
          </a:prstGeom>
        </p:spPr>
      </p:pic>
      <p:pic>
        <p:nvPicPr>
          <p:cNvPr id="5" name="Picture 4" descr="A blue and black text box&#10;&#10;Description automatically generated with medium confidence">
            <a:extLst>
              <a:ext uri="{FF2B5EF4-FFF2-40B4-BE49-F238E27FC236}">
                <a16:creationId xmlns:a16="http://schemas.microsoft.com/office/drawing/2014/main" id="{F88A7700-CFE2-87BA-6774-D4035E972842}"/>
              </a:ext>
            </a:extLst>
          </p:cNvPr>
          <p:cNvPicPr/>
          <p:nvPr userDrawn="1"/>
        </p:nvPicPr>
        <p:blipFill>
          <a:blip r:embed="rId4"/>
          <a:stretch>
            <a:fillRect/>
          </a:stretch>
        </p:blipFill>
        <p:spPr>
          <a:xfrm>
            <a:off x="11094915" y="6335769"/>
            <a:ext cx="699048" cy="174762"/>
          </a:xfrm>
          <a:prstGeom prst="rect">
            <a:avLst/>
          </a:prstGeom>
        </p:spPr>
      </p:pic>
      <p:sp>
        <p:nvSpPr>
          <p:cNvPr id="7" name="Title 1">
            <a:extLst>
              <a:ext uri="{FF2B5EF4-FFF2-40B4-BE49-F238E27FC236}">
                <a16:creationId xmlns:a16="http://schemas.microsoft.com/office/drawing/2014/main" id="{7DAA4E08-EE73-4376-759E-D410451D233C}"/>
              </a:ext>
            </a:extLst>
          </p:cNvPr>
          <p:cNvSpPr>
            <a:spLocks noGrp="1"/>
          </p:cNvSpPr>
          <p:nvPr>
            <p:ph type="title"/>
          </p:nvPr>
        </p:nvSpPr>
        <p:spPr>
          <a:xfrm>
            <a:off x="635000" y="365125"/>
            <a:ext cx="10922000" cy="1325563"/>
          </a:xfrm>
          <a:prstGeom prst="rect">
            <a:avLst/>
          </a:prstGeom>
        </p:spPr>
        <p:txBody>
          <a:bodyPr>
            <a:normAutofit/>
          </a:bodyPr>
          <a:lstStyle>
            <a:lvl1pPr>
              <a:defRPr sz="4400">
                <a:solidFill>
                  <a:schemeClr val="tx1"/>
                </a:solidFill>
              </a:defRPr>
            </a:lvl1pPr>
          </a:lstStyle>
          <a:p>
            <a:r>
              <a:rPr lang="en-US"/>
              <a:t>Click to edit Master title style</a:t>
            </a:r>
          </a:p>
        </p:txBody>
      </p:sp>
      <p:sp>
        <p:nvSpPr>
          <p:cNvPr id="10" name="Text Placeholder 10">
            <a:extLst>
              <a:ext uri="{FF2B5EF4-FFF2-40B4-BE49-F238E27FC236}">
                <a16:creationId xmlns:a16="http://schemas.microsoft.com/office/drawing/2014/main" id="{564CC8C9-E470-DB41-70CA-9F82DA04ECBD}"/>
              </a:ext>
            </a:extLst>
          </p:cNvPr>
          <p:cNvSpPr>
            <a:spLocks noGrp="1"/>
          </p:cNvSpPr>
          <p:nvPr>
            <p:ph type="body" sz="quarter" idx="12" hasCustomPrompt="1"/>
          </p:nvPr>
        </p:nvSpPr>
        <p:spPr>
          <a:xfrm>
            <a:off x="635001" y="1690688"/>
            <a:ext cx="10965328" cy="309971"/>
          </a:xfrm>
          <a:prstGeom prst="rect">
            <a:avLst/>
          </a:prstGeom>
        </p:spPr>
        <p:txBody>
          <a:bodyPr lIns="91440" tIns="45720" rIns="91440" bIns="45720" anchor="t">
            <a:noAutofit/>
          </a:bodyPr>
          <a:lstStyle>
            <a:lvl1pPr marL="0" indent="0">
              <a:lnSpc>
                <a:spcPct val="100000"/>
              </a:lnSpc>
              <a:buNone/>
              <a:defRPr sz="2400" b="0" i="0">
                <a:solidFill>
                  <a:schemeClr val="accent1"/>
                </a:solidFill>
                <a:latin typeface="Tenorite" pitchFamily="2" charset="0"/>
                <a:ea typeface="Tenorite" pitchFamily="2" charset="0"/>
                <a:cs typeface="Arial" charset="0"/>
              </a:defRPr>
            </a:lvl1pPr>
          </a:lstStyle>
          <a:p>
            <a:pPr lvl="0"/>
            <a:r>
              <a:rPr lang="en-US"/>
              <a:t>Click to edit slide subtitle</a:t>
            </a:r>
          </a:p>
        </p:txBody>
      </p:sp>
      <p:sp>
        <p:nvSpPr>
          <p:cNvPr id="4" name="Content Placeholder 3">
            <a:extLst>
              <a:ext uri="{FF2B5EF4-FFF2-40B4-BE49-F238E27FC236}">
                <a16:creationId xmlns:a16="http://schemas.microsoft.com/office/drawing/2014/main" id="{8802E50C-B87D-4AF2-7B80-B273A175F608}"/>
              </a:ext>
            </a:extLst>
          </p:cNvPr>
          <p:cNvSpPr>
            <a:spLocks noGrp="1"/>
          </p:cNvSpPr>
          <p:nvPr>
            <p:ph sz="quarter" idx="13"/>
          </p:nvPr>
        </p:nvSpPr>
        <p:spPr>
          <a:xfrm>
            <a:off x="635000" y="2187575"/>
            <a:ext cx="10964863" cy="380841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Slide Number Placeholder 10">
            <a:extLst>
              <a:ext uri="{FF2B5EF4-FFF2-40B4-BE49-F238E27FC236}">
                <a16:creationId xmlns:a16="http://schemas.microsoft.com/office/drawing/2014/main" id="{FFAEDBDF-B2A3-5EA2-FB87-B838A2EBF895}"/>
              </a:ext>
            </a:extLst>
          </p:cNvPr>
          <p:cNvSpPr>
            <a:spLocks noGrp="1"/>
          </p:cNvSpPr>
          <p:nvPr>
            <p:ph type="sldNum" sz="quarter" idx="16"/>
          </p:nvPr>
        </p:nvSpPr>
        <p:spPr/>
        <p:txBody>
          <a:bodyPr/>
          <a:lstStyle/>
          <a:p>
            <a:fld id="{A1386E00-FEB9-4948-8786-D40D5ED0BD9B}" type="slidenum">
              <a:rPr lang="en-US" smtClean="0"/>
              <a:pPr/>
              <a:t>‹#›</a:t>
            </a:fld>
            <a:endParaRPr lang="en-US"/>
          </a:p>
        </p:txBody>
      </p:sp>
    </p:spTree>
    <p:extLst>
      <p:ext uri="{BB962C8B-B14F-4D97-AF65-F5344CB8AC3E}">
        <p14:creationId xmlns:p14="http://schemas.microsoft.com/office/powerpoint/2010/main" val="13359136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2AA878D8-8D9F-A95A-794D-907D00450D16}"/>
              </a:ext>
            </a:extLst>
          </p:cNvPr>
          <p:cNvSpPr/>
          <p:nvPr userDrawn="1"/>
        </p:nvSpPr>
        <p:spPr>
          <a:xfrm>
            <a:off x="0" y="0"/>
            <a:ext cx="12192000" cy="68580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A white background with black text&#10;&#10;Description automatically generated">
            <a:extLst>
              <a:ext uri="{FF2B5EF4-FFF2-40B4-BE49-F238E27FC236}">
                <a16:creationId xmlns:a16="http://schemas.microsoft.com/office/drawing/2014/main" id="{E8702429-D705-E8EC-5BF2-7FF40D14A17B}"/>
              </a:ext>
            </a:extLst>
          </p:cNvPr>
          <p:cNvPicPr/>
          <p:nvPr userDrawn="1"/>
        </p:nvPicPr>
        <p:blipFill rotWithShape="1">
          <a:blip r:embed="rId3"/>
          <a:srcRect r="1500" b="2222"/>
          <a:stretch/>
        </p:blipFill>
        <p:spPr>
          <a:xfrm>
            <a:off x="0" y="0"/>
            <a:ext cx="12009120" cy="6705600"/>
          </a:xfrm>
          <a:prstGeom prst="rect">
            <a:avLst/>
          </a:prstGeom>
        </p:spPr>
      </p:pic>
      <p:pic>
        <p:nvPicPr>
          <p:cNvPr id="5" name="Picture 4" descr="A blue and black text box&#10;&#10;Description automatically generated with medium confidence">
            <a:extLst>
              <a:ext uri="{FF2B5EF4-FFF2-40B4-BE49-F238E27FC236}">
                <a16:creationId xmlns:a16="http://schemas.microsoft.com/office/drawing/2014/main" id="{B5770E7D-57A0-9ED6-08F1-BA8F06DF3DA2}"/>
              </a:ext>
            </a:extLst>
          </p:cNvPr>
          <p:cNvPicPr/>
          <p:nvPr userDrawn="1"/>
        </p:nvPicPr>
        <p:blipFill>
          <a:blip r:embed="rId4"/>
          <a:stretch>
            <a:fillRect/>
          </a:stretch>
        </p:blipFill>
        <p:spPr>
          <a:xfrm>
            <a:off x="11094915" y="6335769"/>
            <a:ext cx="699048" cy="174762"/>
          </a:xfrm>
          <a:prstGeom prst="rect">
            <a:avLst/>
          </a:prstGeom>
        </p:spPr>
      </p:pic>
      <p:sp>
        <p:nvSpPr>
          <p:cNvPr id="2" name="Title 1">
            <a:extLst>
              <a:ext uri="{FF2B5EF4-FFF2-40B4-BE49-F238E27FC236}">
                <a16:creationId xmlns:a16="http://schemas.microsoft.com/office/drawing/2014/main" id="{E1B22FCE-EDF6-475E-8C40-82EBCF91620B}"/>
              </a:ext>
            </a:extLst>
          </p:cNvPr>
          <p:cNvSpPr>
            <a:spLocks noGrp="1"/>
          </p:cNvSpPr>
          <p:nvPr>
            <p:ph type="title"/>
          </p:nvPr>
        </p:nvSpPr>
        <p:spPr/>
        <p:txBody>
          <a:bodyPr/>
          <a:lstStyle>
            <a:lvl1pPr>
              <a:defRPr>
                <a:solidFill>
                  <a:schemeClr val="tx1"/>
                </a:solidFill>
              </a:defRPr>
            </a:lvl1pPr>
          </a:lstStyle>
          <a:p>
            <a:r>
              <a:rPr lang="en-US"/>
              <a:t>Click to edit Master title style</a:t>
            </a:r>
          </a:p>
        </p:txBody>
      </p:sp>
      <p:sp>
        <p:nvSpPr>
          <p:cNvPr id="8" name="Slide Number Placeholder 7">
            <a:extLst>
              <a:ext uri="{FF2B5EF4-FFF2-40B4-BE49-F238E27FC236}">
                <a16:creationId xmlns:a16="http://schemas.microsoft.com/office/drawing/2014/main" id="{D2936E07-4539-C762-D3B0-FD975D7FD572}"/>
              </a:ext>
            </a:extLst>
          </p:cNvPr>
          <p:cNvSpPr>
            <a:spLocks noGrp="1"/>
          </p:cNvSpPr>
          <p:nvPr>
            <p:ph type="sldNum" sz="quarter" idx="12"/>
          </p:nvPr>
        </p:nvSpPr>
        <p:spPr/>
        <p:txBody>
          <a:bodyPr/>
          <a:lstStyle/>
          <a:p>
            <a:fld id="{A1386E00-FEB9-4948-8786-D40D5ED0BD9B}" type="slidenum">
              <a:rPr lang="en-US" smtClean="0"/>
              <a:pPr/>
              <a:t>‹#›</a:t>
            </a:fld>
            <a:endParaRPr lang="en-US"/>
          </a:p>
        </p:txBody>
      </p:sp>
    </p:spTree>
    <p:extLst>
      <p:ext uri="{BB962C8B-B14F-4D97-AF65-F5344CB8AC3E}">
        <p14:creationId xmlns:p14="http://schemas.microsoft.com/office/powerpoint/2010/main" val="240517601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ransition 1">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4ABB208D-E23C-5A9D-B234-87F008E7770D}"/>
              </a:ext>
            </a:extLst>
          </p:cNvPr>
          <p:cNvSpPr/>
          <p:nvPr userDrawn="1"/>
        </p:nvSpPr>
        <p:spPr>
          <a:xfrm>
            <a:off x="0" y="0"/>
            <a:ext cx="12192000" cy="68580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 Placeholder 7">
            <a:extLst>
              <a:ext uri="{FF2B5EF4-FFF2-40B4-BE49-F238E27FC236}">
                <a16:creationId xmlns:a16="http://schemas.microsoft.com/office/drawing/2014/main" id="{59A9D157-2192-5A43-8E49-D769F6C7C166}"/>
              </a:ext>
            </a:extLst>
          </p:cNvPr>
          <p:cNvSpPr>
            <a:spLocks noGrp="1"/>
          </p:cNvSpPr>
          <p:nvPr>
            <p:ph type="body" sz="quarter" idx="10" hasCustomPrompt="1"/>
          </p:nvPr>
        </p:nvSpPr>
        <p:spPr>
          <a:xfrm>
            <a:off x="816736" y="1709738"/>
            <a:ext cx="9143999" cy="2852737"/>
          </a:xfrm>
          <a:prstGeom prst="rect">
            <a:avLst/>
          </a:prstGeom>
        </p:spPr>
        <p:txBody>
          <a:bodyPr anchor="b">
            <a:noAutofit/>
          </a:bodyPr>
          <a:lstStyle>
            <a:lvl1pPr marL="0" indent="0" algn="l">
              <a:lnSpc>
                <a:spcPct val="90000"/>
              </a:lnSpc>
              <a:spcBef>
                <a:spcPts val="0"/>
              </a:spcBef>
              <a:buNone/>
              <a:defRPr sz="6000" b="0" i="0">
                <a:solidFill>
                  <a:schemeClr val="bg1"/>
                </a:solidFill>
                <a:latin typeface="+mj-lt"/>
                <a:ea typeface="Helvetica Neue" charset="0"/>
                <a:cs typeface="Arial" panose="020B0604020202020204" pitchFamily="34" charset="0"/>
              </a:defRPr>
            </a:lvl1pPr>
            <a:lvl2pPr marL="456771" indent="0">
              <a:buNone/>
              <a:defRPr/>
            </a:lvl2pPr>
            <a:lvl3pPr marL="913554" indent="0">
              <a:buNone/>
              <a:defRPr/>
            </a:lvl3pPr>
            <a:lvl4pPr marL="1370326" indent="0">
              <a:buNone/>
              <a:defRPr/>
            </a:lvl4pPr>
            <a:lvl5pPr marL="1827104" indent="0">
              <a:buNone/>
              <a:defRPr/>
            </a:lvl5pPr>
          </a:lstStyle>
          <a:p>
            <a:pPr lvl="0"/>
            <a:r>
              <a:rPr lang="en-US"/>
              <a:t>Transition Slide</a:t>
            </a:r>
          </a:p>
        </p:txBody>
      </p:sp>
      <p:sp>
        <p:nvSpPr>
          <p:cNvPr id="5" name="Text Placeholder 7">
            <a:extLst>
              <a:ext uri="{FF2B5EF4-FFF2-40B4-BE49-F238E27FC236}">
                <a16:creationId xmlns:a16="http://schemas.microsoft.com/office/drawing/2014/main" id="{4E902F40-B6AE-D547-B67E-7C4B08C6C339}"/>
              </a:ext>
            </a:extLst>
          </p:cNvPr>
          <p:cNvSpPr>
            <a:spLocks noGrp="1"/>
          </p:cNvSpPr>
          <p:nvPr>
            <p:ph type="body" sz="quarter" idx="11" hasCustomPrompt="1"/>
          </p:nvPr>
        </p:nvSpPr>
        <p:spPr>
          <a:xfrm>
            <a:off x="823781" y="4849404"/>
            <a:ext cx="9136954" cy="933560"/>
          </a:xfrm>
          <a:prstGeom prst="rect">
            <a:avLst/>
          </a:prstGeom>
        </p:spPr>
        <p:txBody>
          <a:bodyPr>
            <a:noAutofit/>
          </a:bodyPr>
          <a:lstStyle>
            <a:lvl1pPr marL="0" indent="0" algn="l">
              <a:lnSpc>
                <a:spcPct val="90000"/>
              </a:lnSpc>
              <a:spcBef>
                <a:spcPts val="0"/>
              </a:spcBef>
              <a:buNone/>
              <a:defRPr sz="2800" b="0" i="0" baseline="0">
                <a:solidFill>
                  <a:schemeClr val="bg1">
                    <a:lumMod val="85000"/>
                  </a:schemeClr>
                </a:solidFill>
                <a:latin typeface="+mj-lt"/>
                <a:ea typeface="Helvetica Neue" charset="0"/>
                <a:cs typeface="Arial" panose="020B0604020202020204" pitchFamily="34" charset="0"/>
              </a:defRPr>
            </a:lvl1pPr>
            <a:lvl2pPr marL="456771" indent="0">
              <a:buNone/>
              <a:defRPr/>
            </a:lvl2pPr>
            <a:lvl3pPr marL="913554" indent="0">
              <a:buNone/>
              <a:defRPr/>
            </a:lvl3pPr>
            <a:lvl4pPr marL="1370326" indent="0">
              <a:buNone/>
              <a:defRPr/>
            </a:lvl4pPr>
            <a:lvl5pPr marL="1827104" indent="0">
              <a:buNone/>
              <a:defRPr/>
            </a:lvl5pPr>
          </a:lstStyle>
          <a:p>
            <a:pPr lvl="0"/>
            <a:r>
              <a:rPr lang="en-US"/>
              <a:t>Transition Subtitle</a:t>
            </a:r>
          </a:p>
        </p:txBody>
      </p:sp>
      <p:pic>
        <p:nvPicPr>
          <p:cNvPr id="2" name="Picture 17">
            <a:extLst>
              <a:ext uri="{FF2B5EF4-FFF2-40B4-BE49-F238E27FC236}">
                <a16:creationId xmlns:a16="http://schemas.microsoft.com/office/drawing/2014/main" id="{ACC2A5D8-7445-467E-F007-708FFE59967B}"/>
              </a:ext>
            </a:extLst>
          </p:cNvPr>
          <p:cNvPicPr>
            <a:picLocks noGrp="1" noRot="1" noChangeAspect="1" noMove="1" noResize="1" noEditPoints="1" noAdjustHandles="1" noChangeArrowheads="1" noChangeShapeType="1" noCrop="1"/>
          </p:cNvPicPr>
          <p:nvPr userDrawn="1"/>
        </p:nvPicPr>
        <p:blipFill>
          <a:blip r:embed="rId3" cstate="email">
            <a:extLst>
              <a:ext uri="{28A0092B-C50C-407E-A947-70E740481C1C}">
                <a14:useLocalDpi xmlns:a14="http://schemas.microsoft.com/office/drawing/2010/main"/>
              </a:ext>
              <a:ext uri="{96DAC541-7B7A-43D3-8B79-37D633B846F1}">
                <asvg:svgBlip xmlns:asvg="http://schemas.microsoft.com/office/drawing/2016/SVG/main" r:embed="rId4"/>
              </a:ext>
            </a:extLst>
          </a:blip>
          <a:srcRect/>
          <a:stretch/>
        </p:blipFill>
        <p:spPr>
          <a:xfrm>
            <a:off x="11089653" y="6358621"/>
            <a:ext cx="705993" cy="143459"/>
          </a:xfrm>
          <a:prstGeom prst="rect">
            <a:avLst/>
          </a:prstGeom>
        </p:spPr>
      </p:pic>
      <p:pic>
        <p:nvPicPr>
          <p:cNvPr id="3" name="Content Placeholder 4">
            <a:extLst>
              <a:ext uri="{FF2B5EF4-FFF2-40B4-BE49-F238E27FC236}">
                <a16:creationId xmlns:a16="http://schemas.microsoft.com/office/drawing/2014/main" id="{7BBC10E4-5C3A-FCF5-12FA-E51E1BA6A7A0}"/>
              </a:ext>
            </a:extLst>
          </p:cNvPr>
          <p:cNvPicPr>
            <a:picLocks noGrp="1" noRot="1" noMove="1" noResize="1" noEditPoints="1" noAdjustHandles="1" noChangeArrowheads="1" noChangeShapeType="1" noCrop="1"/>
          </p:cNvPicPr>
          <p:nvPr userDrawn="1"/>
        </p:nvPicPr>
        <p:blipFill>
          <a:blip r:embed="rId5">
            <a:extLst>
              <a:ext uri="{96DAC541-7B7A-43D3-8B79-37D633B846F1}">
                <asvg:svgBlip xmlns:asvg="http://schemas.microsoft.com/office/drawing/2016/SVG/main" r:embed="rId6"/>
              </a:ext>
            </a:extLst>
          </a:blip>
          <a:stretch>
            <a:fillRect/>
          </a:stretch>
        </p:blipFill>
        <p:spPr>
          <a:xfrm>
            <a:off x="10526690" y="4206255"/>
            <a:ext cx="317424" cy="712440"/>
          </a:xfrm>
          <a:prstGeom prst="rect">
            <a:avLst/>
          </a:prstGeom>
        </p:spPr>
      </p:pic>
      <p:sp>
        <p:nvSpPr>
          <p:cNvPr id="11" name="Slide Number Placeholder 10">
            <a:extLst>
              <a:ext uri="{FF2B5EF4-FFF2-40B4-BE49-F238E27FC236}">
                <a16:creationId xmlns:a16="http://schemas.microsoft.com/office/drawing/2014/main" id="{3E8775B9-6122-2287-04F3-E3A315812391}"/>
              </a:ext>
            </a:extLst>
          </p:cNvPr>
          <p:cNvSpPr>
            <a:spLocks noGrp="1"/>
          </p:cNvSpPr>
          <p:nvPr>
            <p:ph type="sldNum" sz="quarter" idx="14"/>
          </p:nvPr>
        </p:nvSpPr>
        <p:spPr/>
        <p:txBody>
          <a:bodyPr/>
          <a:lstStyle>
            <a:lvl1pPr>
              <a:defRPr>
                <a:solidFill>
                  <a:schemeClr val="bg1"/>
                </a:solidFill>
              </a:defRPr>
            </a:lvl1pPr>
          </a:lstStyle>
          <a:p>
            <a:fld id="{A1386E00-FEB9-4948-8786-D40D5ED0BD9B}" type="slidenum">
              <a:rPr lang="en-US" smtClean="0"/>
              <a:pPr/>
              <a:t>‹#›</a:t>
            </a:fld>
            <a:endParaRPr lang="en-US"/>
          </a:p>
        </p:txBody>
      </p:sp>
    </p:spTree>
    <p:extLst>
      <p:ext uri="{BB962C8B-B14F-4D97-AF65-F5344CB8AC3E}">
        <p14:creationId xmlns:p14="http://schemas.microsoft.com/office/powerpoint/2010/main" val="341516670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woObj" preserve="1">
  <p:cSld name="Two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E5097455-FE63-A34C-F288-1B0EB382D8A9}"/>
              </a:ext>
            </a:extLst>
          </p:cNvPr>
          <p:cNvSpPr/>
          <p:nvPr userDrawn="1"/>
        </p:nvSpPr>
        <p:spPr>
          <a:xfrm>
            <a:off x="0" y="0"/>
            <a:ext cx="12192000" cy="6858000"/>
          </a:xfrm>
          <a:prstGeom prst="rect">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8B6057B1-48ED-7A4D-4A1B-2E7D76484BF2}"/>
              </a:ext>
            </a:extLst>
          </p:cNvPr>
          <p:cNvSpPr/>
          <p:nvPr userDrawn="1"/>
        </p:nvSpPr>
        <p:spPr>
          <a:xfrm>
            <a:off x="-2" y="6785811"/>
            <a:ext cx="12192001" cy="72188"/>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descr="A blue and black text box&#10;&#10;Description automatically generated with medium confidence">
            <a:extLst>
              <a:ext uri="{FF2B5EF4-FFF2-40B4-BE49-F238E27FC236}">
                <a16:creationId xmlns:a16="http://schemas.microsoft.com/office/drawing/2014/main" id="{2C8DB43F-357D-342E-8254-9A983C11E462}"/>
              </a:ext>
            </a:extLst>
          </p:cNvPr>
          <p:cNvPicPr/>
          <p:nvPr userDrawn="1"/>
        </p:nvPicPr>
        <p:blipFill>
          <a:blip r:embed="rId3"/>
          <a:stretch>
            <a:fillRect/>
          </a:stretch>
        </p:blipFill>
        <p:spPr>
          <a:xfrm>
            <a:off x="11094915" y="6335769"/>
            <a:ext cx="699048" cy="174762"/>
          </a:xfrm>
          <a:prstGeom prst="rect">
            <a:avLst/>
          </a:prstGeom>
        </p:spPr>
      </p:pic>
      <p:sp>
        <p:nvSpPr>
          <p:cNvPr id="2" name="Title 1">
            <a:extLst>
              <a:ext uri="{FF2B5EF4-FFF2-40B4-BE49-F238E27FC236}">
                <a16:creationId xmlns:a16="http://schemas.microsoft.com/office/drawing/2014/main" id="{D35EDD62-9F53-B167-A293-E35EBB072B7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3EA4EA6-467A-BE8C-5D7D-5DF3FE54B8C5}"/>
              </a:ext>
            </a:extLst>
          </p:cNvPr>
          <p:cNvSpPr>
            <a:spLocks noGrp="1"/>
          </p:cNvSpPr>
          <p:nvPr>
            <p:ph sz="half" idx="1"/>
          </p:nvPr>
        </p:nvSpPr>
        <p:spPr>
          <a:xfrm>
            <a:off x="635000" y="1825625"/>
            <a:ext cx="53848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363FE965-43F6-A2B2-0493-3C7B1239514F}"/>
              </a:ext>
            </a:extLst>
          </p:cNvPr>
          <p:cNvSpPr>
            <a:spLocks noGrp="1"/>
          </p:cNvSpPr>
          <p:nvPr>
            <p:ph sz="half" idx="2"/>
          </p:nvPr>
        </p:nvSpPr>
        <p:spPr>
          <a:xfrm>
            <a:off x="6172200" y="1825625"/>
            <a:ext cx="53848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Slide Number Placeholder 9">
            <a:extLst>
              <a:ext uri="{FF2B5EF4-FFF2-40B4-BE49-F238E27FC236}">
                <a16:creationId xmlns:a16="http://schemas.microsoft.com/office/drawing/2014/main" id="{5B1448B1-B8B9-7A3A-155C-095A1FD384D6}"/>
              </a:ext>
            </a:extLst>
          </p:cNvPr>
          <p:cNvSpPr>
            <a:spLocks noGrp="1"/>
          </p:cNvSpPr>
          <p:nvPr>
            <p:ph type="sldNum" sz="quarter" idx="12"/>
          </p:nvPr>
        </p:nvSpPr>
        <p:spPr/>
        <p:txBody>
          <a:bodyPr/>
          <a:lstStyle/>
          <a:p>
            <a:fld id="{A1386E00-FEB9-4948-8786-D40D5ED0BD9B}" type="slidenum">
              <a:rPr lang="en-US" smtClean="0"/>
              <a:pPr/>
              <a:t>‹#›</a:t>
            </a:fld>
            <a:endParaRPr lang="en-US"/>
          </a:p>
        </p:txBody>
      </p:sp>
    </p:spTree>
    <p:extLst>
      <p:ext uri="{BB962C8B-B14F-4D97-AF65-F5344CB8AC3E}">
        <p14:creationId xmlns:p14="http://schemas.microsoft.com/office/powerpoint/2010/main" val="425062914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mpariso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grpSp>
        <p:nvGrpSpPr>
          <p:cNvPr id="15" name="Group 14">
            <a:extLst>
              <a:ext uri="{FF2B5EF4-FFF2-40B4-BE49-F238E27FC236}">
                <a16:creationId xmlns:a16="http://schemas.microsoft.com/office/drawing/2014/main" id="{0065D393-AD3F-E833-5D48-CA9EE1F8C3C5}"/>
              </a:ext>
            </a:extLst>
          </p:cNvPr>
          <p:cNvGrpSpPr/>
          <p:nvPr userDrawn="1"/>
        </p:nvGrpSpPr>
        <p:grpSpPr>
          <a:xfrm>
            <a:off x="0" y="0"/>
            <a:ext cx="12192000" cy="6858000"/>
            <a:chOff x="0" y="0"/>
            <a:chExt cx="12192000" cy="6858000"/>
          </a:xfrm>
        </p:grpSpPr>
        <p:sp>
          <p:nvSpPr>
            <p:cNvPr id="11" name="Rectangle 10">
              <a:extLst>
                <a:ext uri="{FF2B5EF4-FFF2-40B4-BE49-F238E27FC236}">
                  <a16:creationId xmlns:a16="http://schemas.microsoft.com/office/drawing/2014/main" id="{EA1F0215-CECE-3F9D-96EA-629AF11E5BE3}"/>
                </a:ext>
              </a:extLst>
            </p:cNvPr>
            <p:cNvSpPr/>
            <p:nvPr userDrawn="1"/>
          </p:nvSpPr>
          <p:spPr>
            <a:xfrm>
              <a:off x="0" y="0"/>
              <a:ext cx="12192000" cy="68580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4" name="Group 13">
              <a:extLst>
                <a:ext uri="{FF2B5EF4-FFF2-40B4-BE49-F238E27FC236}">
                  <a16:creationId xmlns:a16="http://schemas.microsoft.com/office/drawing/2014/main" id="{32D25E3C-B0CF-15D0-9A75-CEE6653A3727}"/>
                </a:ext>
              </a:extLst>
            </p:cNvPr>
            <p:cNvGrpSpPr/>
            <p:nvPr userDrawn="1"/>
          </p:nvGrpSpPr>
          <p:grpSpPr>
            <a:xfrm>
              <a:off x="0" y="1175658"/>
              <a:ext cx="11970011" cy="5495730"/>
              <a:chOff x="0" y="1175658"/>
              <a:chExt cx="11970011" cy="5495730"/>
            </a:xfrm>
          </p:grpSpPr>
          <p:sp>
            <p:nvSpPr>
              <p:cNvPr id="10" name="Freeform 9">
                <a:extLst>
                  <a:ext uri="{FF2B5EF4-FFF2-40B4-BE49-F238E27FC236}">
                    <a16:creationId xmlns:a16="http://schemas.microsoft.com/office/drawing/2014/main" id="{7B3FDA3D-C6A4-94D1-6BD5-C900880C7BAA}"/>
                  </a:ext>
                  <a:ext uri="{C183D7F6-B498-43B3-948B-1728B52AA6E4}">
                    <adec:decorative xmlns:adec="http://schemas.microsoft.com/office/drawing/2017/decorative" val="1"/>
                  </a:ext>
                </a:extLst>
              </p:cNvPr>
              <p:cNvSpPr/>
              <p:nvPr userDrawn="1"/>
            </p:nvSpPr>
            <p:spPr>
              <a:xfrm>
                <a:off x="6004908" y="1175658"/>
                <a:ext cx="5965103" cy="5495730"/>
              </a:xfrm>
              <a:custGeom>
                <a:avLst/>
                <a:gdLst>
                  <a:gd name="connsiteX0" fmla="*/ 0 w 5965103"/>
                  <a:gd name="connsiteY0" fmla="*/ 0 h 5437909"/>
                  <a:gd name="connsiteX1" fmla="*/ 5715073 w 5965103"/>
                  <a:gd name="connsiteY1" fmla="*/ 0 h 5437909"/>
                  <a:gd name="connsiteX2" fmla="*/ 5965103 w 5965103"/>
                  <a:gd name="connsiteY2" fmla="*/ 250030 h 5437909"/>
                  <a:gd name="connsiteX3" fmla="*/ 5965103 w 5965103"/>
                  <a:gd name="connsiteY3" fmla="*/ 671803 h 5437909"/>
                  <a:gd name="connsiteX4" fmla="*/ 5965103 w 5965103"/>
                  <a:gd name="connsiteY4" fmla="*/ 4766106 h 5437909"/>
                  <a:gd name="connsiteX5" fmla="*/ 5965103 w 5965103"/>
                  <a:gd name="connsiteY5" fmla="*/ 5187879 h 5437909"/>
                  <a:gd name="connsiteX6" fmla="*/ 5715073 w 5965103"/>
                  <a:gd name="connsiteY6" fmla="*/ 5437909 h 5437909"/>
                  <a:gd name="connsiteX7" fmla="*/ 0 w 5965103"/>
                  <a:gd name="connsiteY7" fmla="*/ 5437909 h 5437909"/>
                  <a:gd name="connsiteX8" fmla="*/ 0 w 5965103"/>
                  <a:gd name="connsiteY8" fmla="*/ 4766106 h 5437909"/>
                  <a:gd name="connsiteX9" fmla="*/ 0 w 5965103"/>
                  <a:gd name="connsiteY9" fmla="*/ 671803 h 54379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965103" h="5437909">
                    <a:moveTo>
                      <a:pt x="0" y="0"/>
                    </a:moveTo>
                    <a:lnTo>
                      <a:pt x="5715073" y="0"/>
                    </a:lnTo>
                    <a:cubicBezTo>
                      <a:pt x="5853161" y="0"/>
                      <a:pt x="5965103" y="111942"/>
                      <a:pt x="5965103" y="250030"/>
                    </a:cubicBezTo>
                    <a:lnTo>
                      <a:pt x="5965103" y="671803"/>
                    </a:lnTo>
                    <a:lnTo>
                      <a:pt x="5965103" y="4766106"/>
                    </a:lnTo>
                    <a:lnTo>
                      <a:pt x="5965103" y="5187879"/>
                    </a:lnTo>
                    <a:cubicBezTo>
                      <a:pt x="5965103" y="5325967"/>
                      <a:pt x="5853161" y="5437909"/>
                      <a:pt x="5715073" y="5437909"/>
                    </a:cubicBezTo>
                    <a:lnTo>
                      <a:pt x="0" y="5437909"/>
                    </a:lnTo>
                    <a:lnTo>
                      <a:pt x="0" y="4766106"/>
                    </a:lnTo>
                    <a:lnTo>
                      <a:pt x="0" y="671803"/>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tIns="91440" bIns="91440" rtlCol="0" anchor="ctr">
                <a:noAutofit/>
              </a:bodyPr>
              <a:lstStyle/>
              <a:p>
                <a:pPr marL="0" marR="0" lvl="0" indent="0" defTabSz="1219139" rtl="0" eaLnBrk="1" fontAlgn="base" latinLnBrk="0" hangingPunct="1">
                  <a:lnSpc>
                    <a:spcPct val="80000"/>
                  </a:lnSpc>
                  <a:spcBef>
                    <a:spcPct val="0"/>
                  </a:spcBef>
                  <a:spcAft>
                    <a:spcPct val="0"/>
                  </a:spcAft>
                  <a:buClrTx/>
                  <a:buSzTx/>
                  <a:buFontTx/>
                  <a:buNone/>
                  <a:tabLst/>
                  <a:defRPr/>
                </a:pPr>
                <a:endParaRPr lang="en-US" sz="1400" cap="none">
                  <a:solidFill>
                    <a:schemeClr val="bg1"/>
                  </a:solidFill>
                </a:endParaRPr>
              </a:p>
            </p:txBody>
          </p:sp>
          <p:sp>
            <p:nvSpPr>
              <p:cNvPr id="13" name="Rectangle 12">
                <a:extLst>
                  <a:ext uri="{FF2B5EF4-FFF2-40B4-BE49-F238E27FC236}">
                    <a16:creationId xmlns:a16="http://schemas.microsoft.com/office/drawing/2014/main" id="{64227006-C1F5-B2FA-70C1-43745197A206}"/>
                  </a:ext>
                </a:extLst>
              </p:cNvPr>
              <p:cNvSpPr/>
              <p:nvPr userDrawn="1"/>
            </p:nvSpPr>
            <p:spPr>
              <a:xfrm>
                <a:off x="0" y="1175658"/>
                <a:ext cx="6096000" cy="5495730"/>
              </a:xfrm>
              <a:prstGeom prst="rect">
                <a:avLst/>
              </a:prstGeom>
              <a:solidFill>
                <a:schemeClr val="bg1">
                  <a:lumMod val="95000"/>
                </a:schemeClr>
              </a:solidFill>
              <a:ln w="0" cap="flat">
                <a:noFill/>
                <a:prstDash val="solid"/>
                <a:miter/>
              </a:ln>
            </p:spPr>
            <p:txBody>
              <a:bodyPr rtlCol="0" anchor="ctr"/>
              <a:lstStyle/>
              <a:p>
                <a:pPr algn="l"/>
                <a:endParaRPr lang="en-US"/>
              </a:p>
            </p:txBody>
          </p:sp>
        </p:grpSp>
      </p:grpSp>
      <p:sp>
        <p:nvSpPr>
          <p:cNvPr id="3" name="Title 1">
            <a:extLst>
              <a:ext uri="{FF2B5EF4-FFF2-40B4-BE49-F238E27FC236}">
                <a16:creationId xmlns:a16="http://schemas.microsoft.com/office/drawing/2014/main" id="{0F66DADE-78D5-B786-ED1C-C70C17938768}"/>
              </a:ext>
            </a:extLst>
          </p:cNvPr>
          <p:cNvSpPr>
            <a:spLocks noGrp="1"/>
          </p:cNvSpPr>
          <p:nvPr>
            <p:ph type="title"/>
          </p:nvPr>
        </p:nvSpPr>
        <p:spPr>
          <a:xfrm>
            <a:off x="635000" y="365126"/>
            <a:ext cx="10726790" cy="665816"/>
          </a:xfrm>
          <a:prstGeom prst="rect">
            <a:avLst/>
          </a:prstGeom>
        </p:spPr>
        <p:txBody>
          <a:bodyPr>
            <a:normAutofit/>
          </a:bodyPr>
          <a:lstStyle>
            <a:lvl1pPr>
              <a:defRPr sz="2800">
                <a:solidFill>
                  <a:schemeClr val="bg1"/>
                </a:solidFill>
              </a:defRPr>
            </a:lvl1pPr>
          </a:lstStyle>
          <a:p>
            <a:r>
              <a:rPr lang="en-US"/>
              <a:t>Click to edit Master title style</a:t>
            </a:r>
          </a:p>
        </p:txBody>
      </p:sp>
      <p:sp>
        <p:nvSpPr>
          <p:cNvPr id="2" name="Text Placeholder 2">
            <a:extLst>
              <a:ext uri="{FF2B5EF4-FFF2-40B4-BE49-F238E27FC236}">
                <a16:creationId xmlns:a16="http://schemas.microsoft.com/office/drawing/2014/main" id="{423513BF-3A7C-CAFD-C671-4733C6ED68EE}"/>
              </a:ext>
            </a:extLst>
          </p:cNvPr>
          <p:cNvSpPr>
            <a:spLocks noGrp="1"/>
          </p:cNvSpPr>
          <p:nvPr>
            <p:ph type="body" idx="1"/>
          </p:nvPr>
        </p:nvSpPr>
        <p:spPr>
          <a:xfrm>
            <a:off x="635001" y="1571946"/>
            <a:ext cx="4748658" cy="497191"/>
          </a:xfrm>
        </p:spPr>
        <p:txBody>
          <a:bodyPr anchor="b">
            <a:noAutofit/>
          </a:bodyPr>
          <a:lstStyle>
            <a:lvl1pPr marL="0" indent="0">
              <a:buNone/>
              <a:defRPr sz="2400" b="0" i="0">
                <a:solidFill>
                  <a:schemeClr val="tx1"/>
                </a:solidFill>
                <a:latin typeface="Tenorite" pitchFamily="2"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3">
            <a:extLst>
              <a:ext uri="{FF2B5EF4-FFF2-40B4-BE49-F238E27FC236}">
                <a16:creationId xmlns:a16="http://schemas.microsoft.com/office/drawing/2014/main" id="{5DFFF53F-5C70-A9D6-BA34-1577B1524C9B}"/>
              </a:ext>
            </a:extLst>
          </p:cNvPr>
          <p:cNvSpPr>
            <a:spLocks noGrp="1"/>
          </p:cNvSpPr>
          <p:nvPr>
            <p:ph sz="half" idx="2"/>
          </p:nvPr>
        </p:nvSpPr>
        <p:spPr>
          <a:xfrm>
            <a:off x="635001" y="2178123"/>
            <a:ext cx="4748658" cy="3929348"/>
          </a:xfrm>
        </p:spPr>
        <p:txBody>
          <a:bodyPr>
            <a:noAutofit/>
          </a:bodyPr>
          <a:lstStyle>
            <a:lvl1pPr>
              <a:defRPr sz="1600">
                <a:solidFill>
                  <a:schemeClr val="tx1"/>
                </a:solidFill>
              </a:defRPr>
            </a:lvl1pPr>
            <a:lvl2pPr>
              <a:defRPr sz="1400">
                <a:solidFill>
                  <a:schemeClr val="tx1"/>
                </a:solidFill>
              </a:defRPr>
            </a:lvl2pPr>
            <a:lvl3pPr>
              <a:defRPr sz="1200">
                <a:solidFill>
                  <a:schemeClr val="tx1"/>
                </a:solidFill>
              </a:defRPr>
            </a:lvl3pPr>
            <a:lvl4pPr>
              <a:defRPr sz="1100">
                <a:solidFill>
                  <a:schemeClr val="tx1"/>
                </a:solidFill>
              </a:defRPr>
            </a:lvl4pPr>
            <a:lvl5pPr>
              <a:defRPr sz="105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ext Placeholder 4">
            <a:extLst>
              <a:ext uri="{FF2B5EF4-FFF2-40B4-BE49-F238E27FC236}">
                <a16:creationId xmlns:a16="http://schemas.microsoft.com/office/drawing/2014/main" id="{90677ADD-0106-5596-D2D6-8AA9549833DD}"/>
              </a:ext>
            </a:extLst>
          </p:cNvPr>
          <p:cNvSpPr>
            <a:spLocks noGrp="1"/>
          </p:cNvSpPr>
          <p:nvPr>
            <p:ph type="body" sz="quarter" idx="3"/>
          </p:nvPr>
        </p:nvSpPr>
        <p:spPr>
          <a:xfrm>
            <a:off x="6613131" y="1571946"/>
            <a:ext cx="4748659" cy="497191"/>
          </a:xfrm>
        </p:spPr>
        <p:txBody>
          <a:bodyPr anchor="b">
            <a:noAutofit/>
          </a:bodyPr>
          <a:lstStyle>
            <a:lvl1pPr marL="0" indent="0">
              <a:buNone/>
              <a:defRPr sz="2400" b="0" i="0">
                <a:solidFill>
                  <a:schemeClr val="tx1"/>
                </a:solidFill>
                <a:latin typeface="Tenorite" pitchFamily="2"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Content Placeholder 5">
            <a:extLst>
              <a:ext uri="{FF2B5EF4-FFF2-40B4-BE49-F238E27FC236}">
                <a16:creationId xmlns:a16="http://schemas.microsoft.com/office/drawing/2014/main" id="{B4206DE3-6709-9B84-539E-CD3F6A6305FF}"/>
              </a:ext>
            </a:extLst>
          </p:cNvPr>
          <p:cNvSpPr>
            <a:spLocks noGrp="1"/>
          </p:cNvSpPr>
          <p:nvPr>
            <p:ph sz="quarter" idx="4"/>
          </p:nvPr>
        </p:nvSpPr>
        <p:spPr>
          <a:xfrm>
            <a:off x="6613131" y="2178123"/>
            <a:ext cx="4748659" cy="3929348"/>
          </a:xfrm>
        </p:spPr>
        <p:txBody>
          <a:bodyPr>
            <a:noAutofit/>
          </a:bodyPr>
          <a:lstStyle>
            <a:lvl1pPr>
              <a:defRPr sz="1600">
                <a:solidFill>
                  <a:schemeClr val="tx1"/>
                </a:solidFill>
              </a:defRPr>
            </a:lvl1pPr>
            <a:lvl2pPr>
              <a:defRPr sz="1400">
                <a:solidFill>
                  <a:schemeClr val="tx1"/>
                </a:solidFill>
              </a:defRPr>
            </a:lvl2pPr>
            <a:lvl3pPr>
              <a:defRPr sz="1200">
                <a:solidFill>
                  <a:schemeClr val="tx1"/>
                </a:solidFill>
              </a:defRPr>
            </a:lvl3pPr>
            <a:lvl4pPr>
              <a:defRPr sz="1100">
                <a:solidFill>
                  <a:schemeClr val="tx1"/>
                </a:solidFill>
              </a:defRPr>
            </a:lvl4pPr>
            <a:lvl5pPr>
              <a:defRPr sz="105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Slide Number Placeholder 11">
            <a:extLst>
              <a:ext uri="{FF2B5EF4-FFF2-40B4-BE49-F238E27FC236}">
                <a16:creationId xmlns:a16="http://schemas.microsoft.com/office/drawing/2014/main" id="{A95978F1-27B3-5CE5-1A94-10263B272121}"/>
              </a:ext>
            </a:extLst>
          </p:cNvPr>
          <p:cNvSpPr>
            <a:spLocks noGrp="1"/>
          </p:cNvSpPr>
          <p:nvPr>
            <p:ph type="sldNum" sz="quarter" idx="12"/>
          </p:nvPr>
        </p:nvSpPr>
        <p:spPr/>
        <p:txBody>
          <a:bodyPr/>
          <a:lstStyle/>
          <a:p>
            <a:fld id="{A1386E00-FEB9-4948-8786-D40D5ED0BD9B}" type="slidenum">
              <a:rPr lang="en-US" smtClean="0"/>
              <a:pPr/>
              <a:t>‹#›</a:t>
            </a:fld>
            <a:endParaRPr lang="en-US"/>
          </a:p>
        </p:txBody>
      </p:sp>
      <p:pic>
        <p:nvPicPr>
          <p:cNvPr id="16" name="Picture 15" descr="A blue and black text box&#10;&#10;Description automatically generated with medium confidence">
            <a:extLst>
              <a:ext uri="{FF2B5EF4-FFF2-40B4-BE49-F238E27FC236}">
                <a16:creationId xmlns:a16="http://schemas.microsoft.com/office/drawing/2014/main" id="{CC4A3698-7C49-1CC5-BE26-5C8243312181}"/>
              </a:ext>
            </a:extLst>
          </p:cNvPr>
          <p:cNvPicPr/>
          <p:nvPr userDrawn="1"/>
        </p:nvPicPr>
        <p:blipFill>
          <a:blip r:embed="rId3"/>
          <a:stretch>
            <a:fillRect/>
          </a:stretch>
        </p:blipFill>
        <p:spPr>
          <a:xfrm>
            <a:off x="11094915" y="6335769"/>
            <a:ext cx="699048" cy="174762"/>
          </a:xfrm>
          <a:prstGeom prst="rect">
            <a:avLst/>
          </a:prstGeom>
        </p:spPr>
      </p:pic>
    </p:spTree>
    <p:extLst>
      <p:ext uri="{BB962C8B-B14F-4D97-AF65-F5344CB8AC3E}">
        <p14:creationId xmlns:p14="http://schemas.microsoft.com/office/powerpoint/2010/main" val="14070150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ontent with Captio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E51D8D57-9044-FB51-8AEB-E2FC2F7D5172}"/>
              </a:ext>
            </a:extLst>
          </p:cNvPr>
          <p:cNvSpPr/>
          <p:nvPr userDrawn="1"/>
        </p:nvSpPr>
        <p:spPr>
          <a:xfrm>
            <a:off x="4254366" y="0"/>
            <a:ext cx="7937634" cy="6858000"/>
          </a:xfrm>
          <a:prstGeom prst="rect">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1041DEE2-6913-3C18-66C2-5301EF0FC54F}"/>
              </a:ext>
            </a:extLst>
          </p:cNvPr>
          <p:cNvSpPr/>
          <p:nvPr userDrawn="1"/>
        </p:nvSpPr>
        <p:spPr>
          <a:xfrm>
            <a:off x="-2" y="6785811"/>
            <a:ext cx="12192001" cy="72188"/>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A blue and black text box&#10;&#10;Description automatically generated with medium confidence">
            <a:extLst>
              <a:ext uri="{FF2B5EF4-FFF2-40B4-BE49-F238E27FC236}">
                <a16:creationId xmlns:a16="http://schemas.microsoft.com/office/drawing/2014/main" id="{57D67D80-54C7-4F71-4314-F75C87AB2E7C}"/>
              </a:ext>
            </a:extLst>
          </p:cNvPr>
          <p:cNvPicPr/>
          <p:nvPr userDrawn="1"/>
        </p:nvPicPr>
        <p:blipFill>
          <a:blip r:embed="rId3"/>
          <a:stretch>
            <a:fillRect/>
          </a:stretch>
        </p:blipFill>
        <p:spPr>
          <a:xfrm>
            <a:off x="11094915" y="6335769"/>
            <a:ext cx="699048" cy="174762"/>
          </a:xfrm>
          <a:prstGeom prst="rect">
            <a:avLst/>
          </a:prstGeom>
        </p:spPr>
      </p:pic>
      <p:sp>
        <p:nvSpPr>
          <p:cNvPr id="10" name="Content Placeholder 2">
            <a:extLst>
              <a:ext uri="{FF2B5EF4-FFF2-40B4-BE49-F238E27FC236}">
                <a16:creationId xmlns:a16="http://schemas.microsoft.com/office/drawing/2014/main" id="{4E7474DE-EE98-7ED1-3096-AEE3A6751498}"/>
              </a:ext>
            </a:extLst>
          </p:cNvPr>
          <p:cNvSpPr>
            <a:spLocks noGrp="1"/>
          </p:cNvSpPr>
          <p:nvPr>
            <p:ph idx="1"/>
          </p:nvPr>
        </p:nvSpPr>
        <p:spPr>
          <a:xfrm>
            <a:off x="5183188" y="987425"/>
            <a:ext cx="6172200" cy="4873625"/>
          </a:xfrm>
        </p:spPr>
        <p:txBody>
          <a:bodyPr>
            <a:normAutofit/>
          </a:bodyPr>
          <a:lstStyle>
            <a:lvl1pPr>
              <a:defRPr sz="2400"/>
            </a:lvl1pPr>
            <a:lvl2pPr>
              <a:defRPr sz="2000"/>
            </a:lvl2pPr>
            <a:lvl3pPr>
              <a:defRPr sz="1800"/>
            </a:lvl3pPr>
            <a:lvl4pPr>
              <a:defRPr sz="1600"/>
            </a:lvl4pPr>
            <a:lvl5pPr>
              <a:defRPr sz="16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itle 1">
            <a:extLst>
              <a:ext uri="{FF2B5EF4-FFF2-40B4-BE49-F238E27FC236}">
                <a16:creationId xmlns:a16="http://schemas.microsoft.com/office/drawing/2014/main" id="{8D846B02-E627-8844-85D1-F83D95587179}"/>
              </a:ext>
            </a:extLst>
          </p:cNvPr>
          <p:cNvSpPr>
            <a:spLocks noGrp="1"/>
          </p:cNvSpPr>
          <p:nvPr>
            <p:ph type="title"/>
          </p:nvPr>
        </p:nvSpPr>
        <p:spPr>
          <a:xfrm>
            <a:off x="635002" y="457200"/>
            <a:ext cx="3137647" cy="1600200"/>
          </a:xfrm>
        </p:spPr>
        <p:txBody>
          <a:bodyPr anchor="ctr">
            <a:normAutofit/>
          </a:bodyPr>
          <a:lstStyle>
            <a:lvl1pPr>
              <a:defRPr sz="3600"/>
            </a:lvl1pPr>
          </a:lstStyle>
          <a:p>
            <a:r>
              <a:rPr lang="en-US"/>
              <a:t>Click to edit Master title style</a:t>
            </a:r>
          </a:p>
        </p:txBody>
      </p:sp>
      <p:sp>
        <p:nvSpPr>
          <p:cNvPr id="12" name="Text Placeholder 3">
            <a:extLst>
              <a:ext uri="{FF2B5EF4-FFF2-40B4-BE49-F238E27FC236}">
                <a16:creationId xmlns:a16="http://schemas.microsoft.com/office/drawing/2014/main" id="{575BBCB7-BA5B-AAED-DBE8-72E5F61C8C2B}"/>
              </a:ext>
            </a:extLst>
          </p:cNvPr>
          <p:cNvSpPr>
            <a:spLocks noGrp="1"/>
          </p:cNvSpPr>
          <p:nvPr>
            <p:ph type="body" sz="half" idx="2"/>
          </p:nvPr>
        </p:nvSpPr>
        <p:spPr>
          <a:xfrm>
            <a:off x="635002" y="2057400"/>
            <a:ext cx="313764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15" name="Slide Number Placeholder 14">
            <a:extLst>
              <a:ext uri="{FF2B5EF4-FFF2-40B4-BE49-F238E27FC236}">
                <a16:creationId xmlns:a16="http://schemas.microsoft.com/office/drawing/2014/main" id="{740CE298-6892-4875-62AE-6614AAFE8933}"/>
              </a:ext>
            </a:extLst>
          </p:cNvPr>
          <p:cNvSpPr>
            <a:spLocks noGrp="1"/>
          </p:cNvSpPr>
          <p:nvPr>
            <p:ph type="sldNum" sz="quarter" idx="12"/>
          </p:nvPr>
        </p:nvSpPr>
        <p:spPr/>
        <p:txBody>
          <a:bodyPr/>
          <a:lstStyle/>
          <a:p>
            <a:fld id="{A1386E00-FEB9-4948-8786-D40D5ED0BD9B}" type="slidenum">
              <a:rPr lang="en-US" smtClean="0"/>
              <a:pPr/>
              <a:t>‹#›</a:t>
            </a:fld>
            <a:endParaRPr lang="en-US"/>
          </a:p>
        </p:txBody>
      </p:sp>
    </p:spTree>
    <p:extLst>
      <p:ext uri="{BB962C8B-B14F-4D97-AF65-F5344CB8AC3E}">
        <p14:creationId xmlns:p14="http://schemas.microsoft.com/office/powerpoint/2010/main" val="261379549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Picture with Captio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BE6A5A69-200F-9056-FD98-3CB8DAA01B6B}"/>
              </a:ext>
            </a:extLst>
          </p:cNvPr>
          <p:cNvSpPr/>
          <p:nvPr userDrawn="1"/>
        </p:nvSpPr>
        <p:spPr>
          <a:xfrm>
            <a:off x="0" y="0"/>
            <a:ext cx="5646655" cy="6858000"/>
          </a:xfrm>
          <a:prstGeom prst="rect">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 Placeholder 3">
            <a:extLst>
              <a:ext uri="{FF2B5EF4-FFF2-40B4-BE49-F238E27FC236}">
                <a16:creationId xmlns:a16="http://schemas.microsoft.com/office/drawing/2014/main" id="{0B0D38F6-88F1-866C-8F7B-95A44BC3EB89}"/>
              </a:ext>
            </a:extLst>
          </p:cNvPr>
          <p:cNvSpPr>
            <a:spLocks noGrp="1"/>
          </p:cNvSpPr>
          <p:nvPr>
            <p:ph type="body" sz="half" idx="2"/>
          </p:nvPr>
        </p:nvSpPr>
        <p:spPr>
          <a:xfrm>
            <a:off x="635000" y="2057400"/>
            <a:ext cx="4582033"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10" name="Slide Number Placeholder 9">
            <a:extLst>
              <a:ext uri="{FF2B5EF4-FFF2-40B4-BE49-F238E27FC236}">
                <a16:creationId xmlns:a16="http://schemas.microsoft.com/office/drawing/2014/main" id="{EE11007C-D460-4081-423B-BBE7EEF4EA0C}"/>
              </a:ext>
            </a:extLst>
          </p:cNvPr>
          <p:cNvSpPr>
            <a:spLocks noGrp="1"/>
          </p:cNvSpPr>
          <p:nvPr>
            <p:ph type="sldNum" sz="quarter" idx="12"/>
          </p:nvPr>
        </p:nvSpPr>
        <p:spPr/>
        <p:txBody>
          <a:bodyPr/>
          <a:lstStyle/>
          <a:p>
            <a:fld id="{A1386E00-FEB9-4948-8786-D40D5ED0BD9B}" type="slidenum">
              <a:rPr lang="en-US" smtClean="0"/>
              <a:pPr/>
              <a:t>‹#›</a:t>
            </a:fld>
            <a:endParaRPr lang="en-US"/>
          </a:p>
        </p:txBody>
      </p:sp>
      <p:sp>
        <p:nvSpPr>
          <p:cNvPr id="11" name="Picture Placeholder 2">
            <a:extLst>
              <a:ext uri="{FF2B5EF4-FFF2-40B4-BE49-F238E27FC236}">
                <a16:creationId xmlns:a16="http://schemas.microsoft.com/office/drawing/2014/main" id="{239106FD-2A13-0A34-A858-A1D2BCA9AE74}"/>
              </a:ext>
            </a:extLst>
          </p:cNvPr>
          <p:cNvSpPr>
            <a:spLocks noGrp="1"/>
          </p:cNvSpPr>
          <p:nvPr>
            <p:ph type="pic" idx="1"/>
          </p:nvPr>
        </p:nvSpPr>
        <p:spPr>
          <a:xfrm>
            <a:off x="5646656" y="0"/>
            <a:ext cx="6545344" cy="6797573"/>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pic>
        <p:nvPicPr>
          <p:cNvPr id="12" name="Picture 11" descr="A blue and black text box&#10;&#10;Description automatically generated with medium confidence">
            <a:extLst>
              <a:ext uri="{FF2B5EF4-FFF2-40B4-BE49-F238E27FC236}">
                <a16:creationId xmlns:a16="http://schemas.microsoft.com/office/drawing/2014/main" id="{29898B43-98BF-65B5-121F-3077AB86233C}"/>
              </a:ext>
            </a:extLst>
          </p:cNvPr>
          <p:cNvPicPr/>
          <p:nvPr userDrawn="1"/>
        </p:nvPicPr>
        <p:blipFill>
          <a:blip r:embed="rId3"/>
          <a:stretch>
            <a:fillRect/>
          </a:stretch>
        </p:blipFill>
        <p:spPr>
          <a:xfrm>
            <a:off x="11094915" y="6335769"/>
            <a:ext cx="699048" cy="174762"/>
          </a:xfrm>
          <a:prstGeom prst="rect">
            <a:avLst/>
          </a:prstGeom>
        </p:spPr>
      </p:pic>
      <p:sp>
        <p:nvSpPr>
          <p:cNvPr id="13" name="TextBox 12">
            <a:extLst>
              <a:ext uri="{FF2B5EF4-FFF2-40B4-BE49-F238E27FC236}">
                <a16:creationId xmlns:a16="http://schemas.microsoft.com/office/drawing/2014/main" id="{040DF650-718F-C3E4-1AA9-CD5DC597A623}"/>
              </a:ext>
            </a:extLst>
          </p:cNvPr>
          <p:cNvSpPr txBox="1"/>
          <p:nvPr userDrawn="1"/>
        </p:nvSpPr>
        <p:spPr>
          <a:xfrm>
            <a:off x="9184640" y="6327126"/>
            <a:ext cx="1857299" cy="261610"/>
          </a:xfrm>
          <a:prstGeom prst="rect">
            <a:avLst/>
          </a:prstGeom>
          <a:noFill/>
        </p:spPr>
        <p:txBody>
          <a:bodyPr wrap="square" rtlCol="0" anchor="ctr">
            <a:spAutoFit/>
          </a:bodyPr>
          <a:lstStyle/>
          <a:p>
            <a:pPr algn="r"/>
            <a:r>
              <a:rPr lang="en-US" sz="1100" b="0" i="1" spc="0">
                <a:solidFill>
                  <a:schemeClr val="bg1">
                    <a:lumMod val="75000"/>
                  </a:schemeClr>
                </a:solidFill>
                <a:effectLst/>
                <a:latin typeface="Tenorite" pitchFamily="2" charset="0"/>
              </a:rPr>
              <a:t>Confidential to AHEAD</a:t>
            </a:r>
            <a:endParaRPr lang="en-US" sz="1100" i="1" spc="0">
              <a:solidFill>
                <a:schemeClr val="bg1">
                  <a:lumMod val="75000"/>
                </a:schemeClr>
              </a:solidFill>
              <a:latin typeface="Tenorite" pitchFamily="2" charset="0"/>
            </a:endParaRPr>
          </a:p>
        </p:txBody>
      </p:sp>
      <p:sp>
        <p:nvSpPr>
          <p:cNvPr id="15" name="Title 1">
            <a:extLst>
              <a:ext uri="{FF2B5EF4-FFF2-40B4-BE49-F238E27FC236}">
                <a16:creationId xmlns:a16="http://schemas.microsoft.com/office/drawing/2014/main" id="{5B3C51ED-22C5-6234-8D3E-E3DC6A7F5B29}"/>
              </a:ext>
            </a:extLst>
          </p:cNvPr>
          <p:cNvSpPr>
            <a:spLocks noGrp="1"/>
          </p:cNvSpPr>
          <p:nvPr>
            <p:ph type="title"/>
          </p:nvPr>
        </p:nvSpPr>
        <p:spPr>
          <a:xfrm>
            <a:off x="635000" y="457200"/>
            <a:ext cx="4582033" cy="1600200"/>
          </a:xfrm>
        </p:spPr>
        <p:txBody>
          <a:bodyPr anchor="ctr"/>
          <a:lstStyle>
            <a:lvl1pPr>
              <a:defRPr sz="3200"/>
            </a:lvl1pPr>
          </a:lstStyle>
          <a:p>
            <a:r>
              <a:rPr lang="en-US"/>
              <a:t>Click to edit Master title style</a:t>
            </a:r>
          </a:p>
        </p:txBody>
      </p:sp>
      <p:sp>
        <p:nvSpPr>
          <p:cNvPr id="14" name="Rectangle 13">
            <a:extLst>
              <a:ext uri="{FF2B5EF4-FFF2-40B4-BE49-F238E27FC236}">
                <a16:creationId xmlns:a16="http://schemas.microsoft.com/office/drawing/2014/main" id="{0E056B00-031A-5C41-1F52-4C276E85C7EE}"/>
              </a:ext>
            </a:extLst>
          </p:cNvPr>
          <p:cNvSpPr/>
          <p:nvPr userDrawn="1"/>
        </p:nvSpPr>
        <p:spPr>
          <a:xfrm>
            <a:off x="-2" y="6785811"/>
            <a:ext cx="12192001" cy="72188"/>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26093629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Small">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74CBAB9-B05A-B3C7-1963-9E283AC4C9CA}"/>
              </a:ext>
            </a:extLst>
          </p:cNvPr>
          <p:cNvSpPr/>
          <p:nvPr userDrawn="1"/>
        </p:nvSpPr>
        <p:spPr>
          <a:xfrm>
            <a:off x="0" y="0"/>
            <a:ext cx="12192000" cy="6858000"/>
          </a:xfrm>
          <a:prstGeom prst="rect">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94C2CA8A-2830-5055-F081-F86924FE989A}"/>
              </a:ext>
            </a:extLst>
          </p:cNvPr>
          <p:cNvSpPr/>
          <p:nvPr userDrawn="1"/>
        </p:nvSpPr>
        <p:spPr>
          <a:xfrm>
            <a:off x="-2" y="6785811"/>
            <a:ext cx="12192001" cy="72188"/>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itle 1">
            <a:extLst>
              <a:ext uri="{FF2B5EF4-FFF2-40B4-BE49-F238E27FC236}">
                <a16:creationId xmlns:a16="http://schemas.microsoft.com/office/drawing/2014/main" id="{C5D3974C-A70E-2CE1-06A4-1D2033780A34}"/>
              </a:ext>
            </a:extLst>
          </p:cNvPr>
          <p:cNvSpPr>
            <a:spLocks noGrp="1"/>
          </p:cNvSpPr>
          <p:nvPr>
            <p:ph type="title" hasCustomPrompt="1"/>
          </p:nvPr>
        </p:nvSpPr>
        <p:spPr>
          <a:xfrm>
            <a:off x="524937" y="99722"/>
            <a:ext cx="3854023" cy="295275"/>
          </a:xfrm>
          <a:prstGeom prst="rect">
            <a:avLst/>
          </a:prstGeom>
        </p:spPr>
        <p:txBody>
          <a:bodyPr>
            <a:normAutofit/>
          </a:bodyPr>
          <a:lstStyle>
            <a:lvl1pPr algn="ctr">
              <a:defRPr sz="1400" spc="100" baseline="0">
                <a:solidFill>
                  <a:schemeClr val="bg1"/>
                </a:solidFill>
              </a:defRPr>
            </a:lvl1pPr>
          </a:lstStyle>
          <a:p>
            <a:r>
              <a:rPr lang="en-US"/>
              <a:t>CLICK TO EDIT MASTER TITLE STYLE</a:t>
            </a:r>
          </a:p>
        </p:txBody>
      </p:sp>
      <p:sp>
        <p:nvSpPr>
          <p:cNvPr id="7" name="Slide Number Placeholder 6">
            <a:extLst>
              <a:ext uri="{FF2B5EF4-FFF2-40B4-BE49-F238E27FC236}">
                <a16:creationId xmlns:a16="http://schemas.microsoft.com/office/drawing/2014/main" id="{6220FB10-124C-9155-EAE6-538D9CB543F7}"/>
              </a:ext>
            </a:extLst>
          </p:cNvPr>
          <p:cNvSpPr>
            <a:spLocks noGrp="1"/>
          </p:cNvSpPr>
          <p:nvPr>
            <p:ph type="sldNum" sz="quarter" idx="12"/>
          </p:nvPr>
        </p:nvSpPr>
        <p:spPr/>
        <p:txBody>
          <a:bodyPr/>
          <a:lstStyle/>
          <a:p>
            <a:fld id="{A1386E00-FEB9-4948-8786-D40D5ED0BD9B}" type="slidenum">
              <a:rPr lang="en-US" smtClean="0"/>
              <a:pPr/>
              <a:t>‹#›</a:t>
            </a:fld>
            <a:endParaRPr lang="en-US"/>
          </a:p>
        </p:txBody>
      </p:sp>
      <p:pic>
        <p:nvPicPr>
          <p:cNvPr id="4" name="Picture 3" descr="A blue and black text box&#10;&#10;Description automatically generated with medium confidence">
            <a:extLst>
              <a:ext uri="{FF2B5EF4-FFF2-40B4-BE49-F238E27FC236}">
                <a16:creationId xmlns:a16="http://schemas.microsoft.com/office/drawing/2014/main" id="{9689F2C4-3202-5783-8D0C-AD7B1361D36D}"/>
              </a:ext>
            </a:extLst>
          </p:cNvPr>
          <p:cNvPicPr/>
          <p:nvPr userDrawn="1"/>
        </p:nvPicPr>
        <p:blipFill>
          <a:blip r:embed="rId3"/>
          <a:stretch>
            <a:fillRect/>
          </a:stretch>
        </p:blipFill>
        <p:spPr>
          <a:xfrm>
            <a:off x="11094915" y="6335769"/>
            <a:ext cx="699048" cy="174762"/>
          </a:xfrm>
          <a:prstGeom prst="rect">
            <a:avLst/>
          </a:prstGeom>
        </p:spPr>
      </p:pic>
    </p:spTree>
    <p:extLst>
      <p:ext uri="{BB962C8B-B14F-4D97-AF65-F5344CB8AC3E}">
        <p14:creationId xmlns:p14="http://schemas.microsoft.com/office/powerpoint/2010/main" val="113789996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Long Header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A65DF2A-2837-AE31-340A-9FAA4316CE90}"/>
              </a:ext>
            </a:extLst>
          </p:cNvPr>
          <p:cNvSpPr/>
          <p:nvPr userDrawn="1"/>
        </p:nvSpPr>
        <p:spPr>
          <a:xfrm>
            <a:off x="0" y="0"/>
            <a:ext cx="12192000" cy="68580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a:extLst>
              <a:ext uri="{FF2B5EF4-FFF2-40B4-BE49-F238E27FC236}">
                <a16:creationId xmlns:a16="http://schemas.microsoft.com/office/drawing/2014/main" id="{59835CF0-AE4F-8841-5688-43C3A3A9D0B8}"/>
              </a:ext>
            </a:extLst>
          </p:cNvPr>
          <p:cNvPicPr/>
          <p:nvPr userDrawn="1"/>
        </p:nvPicPr>
        <p:blipFill>
          <a:blip r:embed="rId3"/>
          <a:stretch>
            <a:fillRect/>
          </a:stretch>
        </p:blipFill>
        <p:spPr>
          <a:xfrm>
            <a:off x="0" y="1209297"/>
            <a:ext cx="12012328" cy="5479867"/>
          </a:xfrm>
          <a:prstGeom prst="rect">
            <a:avLst/>
          </a:prstGeom>
        </p:spPr>
      </p:pic>
      <p:pic>
        <p:nvPicPr>
          <p:cNvPr id="4" name="Picture 3" descr="A blue and black text box&#10;&#10;Description automatically generated with medium confidence">
            <a:extLst>
              <a:ext uri="{FF2B5EF4-FFF2-40B4-BE49-F238E27FC236}">
                <a16:creationId xmlns:a16="http://schemas.microsoft.com/office/drawing/2014/main" id="{2EAE4073-6224-20A9-E177-3CD7BBEFCF28}"/>
              </a:ext>
            </a:extLst>
          </p:cNvPr>
          <p:cNvPicPr/>
          <p:nvPr userDrawn="1"/>
        </p:nvPicPr>
        <p:blipFill>
          <a:blip r:embed="rId4"/>
          <a:stretch>
            <a:fillRect/>
          </a:stretch>
        </p:blipFill>
        <p:spPr>
          <a:xfrm>
            <a:off x="11094915" y="6335769"/>
            <a:ext cx="699048" cy="174762"/>
          </a:xfrm>
          <a:prstGeom prst="rect">
            <a:avLst/>
          </a:prstGeom>
        </p:spPr>
      </p:pic>
      <p:sp>
        <p:nvSpPr>
          <p:cNvPr id="5" name="Title 1">
            <a:extLst>
              <a:ext uri="{FF2B5EF4-FFF2-40B4-BE49-F238E27FC236}">
                <a16:creationId xmlns:a16="http://schemas.microsoft.com/office/drawing/2014/main" id="{E0DA7158-47DF-AD17-9F89-E7F6CA95D4FF}"/>
              </a:ext>
            </a:extLst>
          </p:cNvPr>
          <p:cNvSpPr>
            <a:spLocks noGrp="1"/>
          </p:cNvSpPr>
          <p:nvPr>
            <p:ph type="title"/>
          </p:nvPr>
        </p:nvSpPr>
        <p:spPr>
          <a:xfrm>
            <a:off x="635000" y="365126"/>
            <a:ext cx="10922000" cy="665816"/>
          </a:xfrm>
          <a:prstGeom prst="rect">
            <a:avLst/>
          </a:prstGeom>
        </p:spPr>
        <p:txBody>
          <a:bodyPr>
            <a:normAutofit/>
          </a:bodyPr>
          <a:lstStyle>
            <a:lvl1pPr>
              <a:defRPr sz="2800">
                <a:solidFill>
                  <a:schemeClr val="bg1"/>
                </a:solidFill>
              </a:defRPr>
            </a:lvl1pPr>
          </a:lstStyle>
          <a:p>
            <a:r>
              <a:rPr lang="en-US"/>
              <a:t>Click to edit Master title style</a:t>
            </a:r>
          </a:p>
        </p:txBody>
      </p:sp>
      <p:sp>
        <p:nvSpPr>
          <p:cNvPr id="10" name="Slide Number Placeholder 9">
            <a:extLst>
              <a:ext uri="{FF2B5EF4-FFF2-40B4-BE49-F238E27FC236}">
                <a16:creationId xmlns:a16="http://schemas.microsoft.com/office/drawing/2014/main" id="{627D4E3B-554D-4CDC-F0FF-A9EB9095796A}"/>
              </a:ext>
            </a:extLst>
          </p:cNvPr>
          <p:cNvSpPr>
            <a:spLocks noGrp="1"/>
          </p:cNvSpPr>
          <p:nvPr>
            <p:ph type="sldNum" sz="quarter" idx="12"/>
          </p:nvPr>
        </p:nvSpPr>
        <p:spPr/>
        <p:txBody>
          <a:bodyPr/>
          <a:lstStyle/>
          <a:p>
            <a:fld id="{A1386E00-FEB9-4948-8786-D40D5ED0BD9B}" type="slidenum">
              <a:rPr lang="en-US" smtClean="0"/>
              <a:pPr/>
              <a:t>‹#›</a:t>
            </a:fld>
            <a:endParaRPr lang="en-US"/>
          </a:p>
        </p:txBody>
      </p:sp>
    </p:spTree>
    <p:extLst>
      <p:ext uri="{BB962C8B-B14F-4D97-AF65-F5344CB8AC3E}">
        <p14:creationId xmlns:p14="http://schemas.microsoft.com/office/powerpoint/2010/main" val="349812631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Long Header Slide - Subtitl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5AF1365B-41A8-66E1-C762-441431F3A2B5}"/>
              </a:ext>
            </a:extLst>
          </p:cNvPr>
          <p:cNvSpPr/>
          <p:nvPr userDrawn="1"/>
        </p:nvSpPr>
        <p:spPr>
          <a:xfrm>
            <a:off x="0" y="0"/>
            <a:ext cx="12192000" cy="68580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CD71C5B1-B842-F165-AA22-971D861CF45B}"/>
              </a:ext>
            </a:extLst>
          </p:cNvPr>
          <p:cNvPicPr/>
          <p:nvPr userDrawn="1"/>
        </p:nvPicPr>
        <p:blipFill>
          <a:blip r:embed="rId3"/>
          <a:stretch>
            <a:fillRect/>
          </a:stretch>
        </p:blipFill>
        <p:spPr>
          <a:xfrm>
            <a:off x="0" y="1209297"/>
            <a:ext cx="12012328" cy="5479867"/>
          </a:xfrm>
          <a:prstGeom prst="rect">
            <a:avLst/>
          </a:prstGeom>
        </p:spPr>
      </p:pic>
      <p:pic>
        <p:nvPicPr>
          <p:cNvPr id="6" name="Picture 5" descr="A blue and black text box&#10;&#10;Description automatically generated with medium confidence">
            <a:extLst>
              <a:ext uri="{FF2B5EF4-FFF2-40B4-BE49-F238E27FC236}">
                <a16:creationId xmlns:a16="http://schemas.microsoft.com/office/drawing/2014/main" id="{10B9EFAC-D80B-E37C-6F31-8365DA61AFE8}"/>
              </a:ext>
            </a:extLst>
          </p:cNvPr>
          <p:cNvPicPr/>
          <p:nvPr userDrawn="1"/>
        </p:nvPicPr>
        <p:blipFill>
          <a:blip r:embed="rId4"/>
          <a:stretch>
            <a:fillRect/>
          </a:stretch>
        </p:blipFill>
        <p:spPr>
          <a:xfrm>
            <a:off x="11094915" y="6335769"/>
            <a:ext cx="699048" cy="174762"/>
          </a:xfrm>
          <a:prstGeom prst="rect">
            <a:avLst/>
          </a:prstGeom>
        </p:spPr>
      </p:pic>
      <p:sp>
        <p:nvSpPr>
          <p:cNvPr id="5" name="Title 1">
            <a:extLst>
              <a:ext uri="{FF2B5EF4-FFF2-40B4-BE49-F238E27FC236}">
                <a16:creationId xmlns:a16="http://schemas.microsoft.com/office/drawing/2014/main" id="{E0DA7158-47DF-AD17-9F89-E7F6CA95D4FF}"/>
              </a:ext>
            </a:extLst>
          </p:cNvPr>
          <p:cNvSpPr>
            <a:spLocks noGrp="1"/>
          </p:cNvSpPr>
          <p:nvPr>
            <p:ph type="title"/>
          </p:nvPr>
        </p:nvSpPr>
        <p:spPr>
          <a:xfrm>
            <a:off x="635000" y="297826"/>
            <a:ext cx="10922000" cy="584206"/>
          </a:xfrm>
          <a:prstGeom prst="rect">
            <a:avLst/>
          </a:prstGeom>
        </p:spPr>
        <p:txBody>
          <a:bodyPr>
            <a:normAutofit/>
          </a:bodyPr>
          <a:lstStyle>
            <a:lvl1pPr>
              <a:defRPr sz="2800">
                <a:solidFill>
                  <a:schemeClr val="bg1"/>
                </a:solidFill>
              </a:defRPr>
            </a:lvl1pPr>
          </a:lstStyle>
          <a:p>
            <a:r>
              <a:rPr lang="en-US"/>
              <a:t>Click to edit Master title style</a:t>
            </a:r>
          </a:p>
        </p:txBody>
      </p:sp>
      <p:sp>
        <p:nvSpPr>
          <p:cNvPr id="10" name="Slide Number Placeholder 9">
            <a:extLst>
              <a:ext uri="{FF2B5EF4-FFF2-40B4-BE49-F238E27FC236}">
                <a16:creationId xmlns:a16="http://schemas.microsoft.com/office/drawing/2014/main" id="{627D4E3B-554D-4CDC-F0FF-A9EB9095796A}"/>
              </a:ext>
            </a:extLst>
          </p:cNvPr>
          <p:cNvSpPr>
            <a:spLocks noGrp="1"/>
          </p:cNvSpPr>
          <p:nvPr>
            <p:ph type="sldNum" sz="quarter" idx="12"/>
          </p:nvPr>
        </p:nvSpPr>
        <p:spPr/>
        <p:txBody>
          <a:bodyPr/>
          <a:lstStyle/>
          <a:p>
            <a:fld id="{A1386E00-FEB9-4948-8786-D40D5ED0BD9B}" type="slidenum">
              <a:rPr lang="en-US" smtClean="0"/>
              <a:pPr/>
              <a:t>‹#›</a:t>
            </a:fld>
            <a:endParaRPr lang="en-US"/>
          </a:p>
        </p:txBody>
      </p:sp>
      <p:sp>
        <p:nvSpPr>
          <p:cNvPr id="2" name="Text Placeholder 10">
            <a:extLst>
              <a:ext uri="{FF2B5EF4-FFF2-40B4-BE49-F238E27FC236}">
                <a16:creationId xmlns:a16="http://schemas.microsoft.com/office/drawing/2014/main" id="{E2D97B66-C1E0-E34D-5907-3ADDBC543F8E}"/>
              </a:ext>
            </a:extLst>
          </p:cNvPr>
          <p:cNvSpPr>
            <a:spLocks noGrp="1"/>
          </p:cNvSpPr>
          <p:nvPr>
            <p:ph type="body" sz="quarter" idx="13" hasCustomPrompt="1"/>
          </p:nvPr>
        </p:nvSpPr>
        <p:spPr>
          <a:xfrm>
            <a:off x="635001" y="727046"/>
            <a:ext cx="10965328" cy="309971"/>
          </a:xfrm>
          <a:prstGeom prst="rect">
            <a:avLst/>
          </a:prstGeom>
        </p:spPr>
        <p:txBody>
          <a:bodyPr lIns="91440" tIns="45720" rIns="91440" bIns="45720" anchor="t">
            <a:noAutofit/>
          </a:bodyPr>
          <a:lstStyle>
            <a:lvl1pPr marL="0" indent="0">
              <a:lnSpc>
                <a:spcPct val="100000"/>
              </a:lnSpc>
              <a:buNone/>
              <a:defRPr sz="1800" b="0" i="0">
                <a:solidFill>
                  <a:schemeClr val="accent1"/>
                </a:solidFill>
                <a:latin typeface="Tenorite" pitchFamily="2" charset="0"/>
                <a:ea typeface="Tenorite" pitchFamily="2" charset="0"/>
                <a:cs typeface="Arial" charset="0"/>
              </a:defRPr>
            </a:lvl1pPr>
          </a:lstStyle>
          <a:p>
            <a:pPr lvl="0"/>
            <a:r>
              <a:rPr lang="en-US"/>
              <a:t>Click to edit slide subtitle</a:t>
            </a:r>
          </a:p>
        </p:txBody>
      </p:sp>
    </p:spTree>
    <p:extLst>
      <p:ext uri="{BB962C8B-B14F-4D97-AF65-F5344CB8AC3E}">
        <p14:creationId xmlns:p14="http://schemas.microsoft.com/office/powerpoint/2010/main" val="367543529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_Long Header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C525B58-019B-FC1F-3643-53D284034572}"/>
              </a:ext>
            </a:extLst>
          </p:cNvPr>
          <p:cNvSpPr/>
          <p:nvPr userDrawn="1"/>
        </p:nvSpPr>
        <p:spPr>
          <a:xfrm>
            <a:off x="0" y="0"/>
            <a:ext cx="12192000" cy="68580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7B0324A3-D837-2239-E2E0-594AA2C8A007}"/>
              </a:ext>
            </a:extLst>
          </p:cNvPr>
          <p:cNvPicPr/>
          <p:nvPr userDrawn="1"/>
        </p:nvPicPr>
        <p:blipFill>
          <a:blip r:embed="rId3"/>
          <a:stretch>
            <a:fillRect/>
          </a:stretch>
        </p:blipFill>
        <p:spPr>
          <a:xfrm>
            <a:off x="0" y="1209297"/>
            <a:ext cx="12012328" cy="5479867"/>
          </a:xfrm>
          <a:prstGeom prst="rect">
            <a:avLst/>
          </a:prstGeom>
        </p:spPr>
      </p:pic>
      <p:pic>
        <p:nvPicPr>
          <p:cNvPr id="6" name="Picture 5" descr="A blue and black text box&#10;&#10;Description automatically generated with medium confidence">
            <a:extLst>
              <a:ext uri="{FF2B5EF4-FFF2-40B4-BE49-F238E27FC236}">
                <a16:creationId xmlns:a16="http://schemas.microsoft.com/office/drawing/2014/main" id="{825D68F4-CE58-B3BF-4C14-75305AC28B49}"/>
              </a:ext>
            </a:extLst>
          </p:cNvPr>
          <p:cNvPicPr/>
          <p:nvPr userDrawn="1"/>
        </p:nvPicPr>
        <p:blipFill>
          <a:blip r:embed="rId4"/>
          <a:stretch>
            <a:fillRect/>
          </a:stretch>
        </p:blipFill>
        <p:spPr>
          <a:xfrm>
            <a:off x="11094915" y="6335769"/>
            <a:ext cx="699048" cy="174762"/>
          </a:xfrm>
          <a:prstGeom prst="rect">
            <a:avLst/>
          </a:prstGeom>
        </p:spPr>
      </p:pic>
      <p:sp>
        <p:nvSpPr>
          <p:cNvPr id="5" name="Title 1">
            <a:extLst>
              <a:ext uri="{FF2B5EF4-FFF2-40B4-BE49-F238E27FC236}">
                <a16:creationId xmlns:a16="http://schemas.microsoft.com/office/drawing/2014/main" id="{E0DA7158-47DF-AD17-9F89-E7F6CA95D4FF}"/>
              </a:ext>
            </a:extLst>
          </p:cNvPr>
          <p:cNvSpPr>
            <a:spLocks noGrp="1"/>
          </p:cNvSpPr>
          <p:nvPr>
            <p:ph type="title"/>
          </p:nvPr>
        </p:nvSpPr>
        <p:spPr>
          <a:xfrm>
            <a:off x="635000" y="365126"/>
            <a:ext cx="10922000" cy="665816"/>
          </a:xfrm>
          <a:prstGeom prst="rect">
            <a:avLst/>
          </a:prstGeom>
        </p:spPr>
        <p:txBody>
          <a:bodyPr>
            <a:normAutofit/>
          </a:bodyPr>
          <a:lstStyle>
            <a:lvl1pPr>
              <a:defRPr sz="2800">
                <a:solidFill>
                  <a:schemeClr val="bg1"/>
                </a:solidFill>
              </a:defRPr>
            </a:lvl1pPr>
          </a:lstStyle>
          <a:p>
            <a:r>
              <a:rPr lang="en-US"/>
              <a:t>Click to edit Master title style</a:t>
            </a:r>
          </a:p>
        </p:txBody>
      </p:sp>
      <p:sp>
        <p:nvSpPr>
          <p:cNvPr id="7" name="Slide Number Placeholder 6">
            <a:extLst>
              <a:ext uri="{FF2B5EF4-FFF2-40B4-BE49-F238E27FC236}">
                <a16:creationId xmlns:a16="http://schemas.microsoft.com/office/drawing/2014/main" id="{9C4DA52D-43ED-C0D2-4893-2FCDFD3C7D0C}"/>
              </a:ext>
            </a:extLst>
          </p:cNvPr>
          <p:cNvSpPr>
            <a:spLocks noGrp="1"/>
          </p:cNvSpPr>
          <p:nvPr>
            <p:ph type="sldNum" sz="quarter" idx="12"/>
          </p:nvPr>
        </p:nvSpPr>
        <p:spPr/>
        <p:txBody>
          <a:bodyPr/>
          <a:lstStyle/>
          <a:p>
            <a:fld id="{A1386E00-FEB9-4948-8786-D40D5ED0BD9B}" type="slidenum">
              <a:rPr lang="en-US" smtClean="0"/>
              <a:pPr/>
              <a:t>‹#›</a:t>
            </a:fld>
            <a:endParaRPr lang="en-US"/>
          </a:p>
        </p:txBody>
      </p:sp>
      <p:sp>
        <p:nvSpPr>
          <p:cNvPr id="3" name="Content Placeholder 2">
            <a:extLst>
              <a:ext uri="{FF2B5EF4-FFF2-40B4-BE49-F238E27FC236}">
                <a16:creationId xmlns:a16="http://schemas.microsoft.com/office/drawing/2014/main" id="{5E79F22E-1E87-1DAF-7DB1-B0570B55AB2F}"/>
              </a:ext>
            </a:extLst>
          </p:cNvPr>
          <p:cNvSpPr>
            <a:spLocks noGrp="1"/>
          </p:cNvSpPr>
          <p:nvPr>
            <p:ph sz="quarter" idx="13"/>
          </p:nvPr>
        </p:nvSpPr>
        <p:spPr>
          <a:xfrm>
            <a:off x="635001" y="1545996"/>
            <a:ext cx="10921999" cy="451543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60562933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Bullet Graphic 1">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715DD262-C2C0-2B40-CDDF-8FED747FD108}"/>
              </a:ext>
            </a:extLst>
          </p:cNvPr>
          <p:cNvSpPr>
            <a:spLocks noGrp="1"/>
          </p:cNvSpPr>
          <p:nvPr>
            <p:ph type="title"/>
          </p:nvPr>
        </p:nvSpPr>
        <p:spPr>
          <a:xfrm>
            <a:off x="635000" y="365125"/>
            <a:ext cx="10922000" cy="1325563"/>
          </a:xfrm>
          <a:prstGeom prst="rect">
            <a:avLst/>
          </a:prstGeom>
        </p:spPr>
        <p:txBody>
          <a:bodyPr>
            <a:normAutofit/>
          </a:bodyPr>
          <a:lstStyle>
            <a:lvl1pPr>
              <a:defRPr sz="4400">
                <a:solidFill>
                  <a:schemeClr val="tx1"/>
                </a:solidFill>
              </a:defRPr>
            </a:lvl1pPr>
          </a:lstStyle>
          <a:p>
            <a:r>
              <a:rPr lang="en-US"/>
              <a:t>Click to edit Master title style</a:t>
            </a:r>
          </a:p>
        </p:txBody>
      </p:sp>
      <p:sp>
        <p:nvSpPr>
          <p:cNvPr id="5" name="Text Placeholder 2">
            <a:extLst>
              <a:ext uri="{FF2B5EF4-FFF2-40B4-BE49-F238E27FC236}">
                <a16:creationId xmlns:a16="http://schemas.microsoft.com/office/drawing/2014/main" id="{ECCC475D-206F-DC97-5A7C-954EE7EB841F}"/>
              </a:ext>
            </a:extLst>
          </p:cNvPr>
          <p:cNvSpPr>
            <a:spLocks noGrp="1"/>
          </p:cNvSpPr>
          <p:nvPr>
            <p:ph idx="1"/>
          </p:nvPr>
        </p:nvSpPr>
        <p:spPr>
          <a:xfrm>
            <a:off x="635000" y="1825625"/>
            <a:ext cx="109220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Slide Number Placeholder 8">
            <a:extLst>
              <a:ext uri="{FF2B5EF4-FFF2-40B4-BE49-F238E27FC236}">
                <a16:creationId xmlns:a16="http://schemas.microsoft.com/office/drawing/2014/main" id="{C8E10B7D-D9EB-E997-71AB-DEA5A85E6C40}"/>
              </a:ext>
            </a:extLst>
          </p:cNvPr>
          <p:cNvSpPr>
            <a:spLocks noGrp="1"/>
          </p:cNvSpPr>
          <p:nvPr>
            <p:ph type="sldNum" sz="quarter" idx="12"/>
          </p:nvPr>
        </p:nvSpPr>
        <p:spPr/>
        <p:txBody>
          <a:bodyPr/>
          <a:lstStyle/>
          <a:p>
            <a:fld id="{A1386E00-FEB9-4948-8786-D40D5ED0BD9B}" type="slidenum">
              <a:rPr lang="en-US" smtClean="0"/>
              <a:pPr/>
              <a:t>‹#›</a:t>
            </a:fld>
            <a:endParaRPr lang="en-US"/>
          </a:p>
        </p:txBody>
      </p:sp>
    </p:spTree>
    <p:extLst>
      <p:ext uri="{BB962C8B-B14F-4D97-AF65-F5344CB8AC3E}">
        <p14:creationId xmlns:p14="http://schemas.microsoft.com/office/powerpoint/2010/main" val="348426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Bullet Graphic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0A3FF856-2079-28AA-7349-18FD236F42D0}"/>
              </a:ext>
            </a:extLst>
          </p:cNvPr>
          <p:cNvSpPr>
            <a:spLocks noGrp="1"/>
          </p:cNvSpPr>
          <p:nvPr>
            <p:ph type="title"/>
          </p:nvPr>
        </p:nvSpPr>
        <p:spPr>
          <a:xfrm>
            <a:off x="635000" y="365125"/>
            <a:ext cx="10922000" cy="1325563"/>
          </a:xfrm>
          <a:prstGeom prst="rect">
            <a:avLst/>
          </a:prstGeom>
        </p:spPr>
        <p:txBody>
          <a:bodyPr>
            <a:normAutofit/>
          </a:bodyPr>
          <a:lstStyle>
            <a:lvl1pPr>
              <a:defRPr sz="4400">
                <a:solidFill>
                  <a:schemeClr val="tx1"/>
                </a:solidFill>
              </a:defRPr>
            </a:lvl1pPr>
          </a:lstStyle>
          <a:p>
            <a:r>
              <a:rPr lang="en-US"/>
              <a:t>Click to edit Master title style</a:t>
            </a:r>
          </a:p>
        </p:txBody>
      </p:sp>
      <p:sp>
        <p:nvSpPr>
          <p:cNvPr id="5" name="Text Placeholder 2">
            <a:extLst>
              <a:ext uri="{FF2B5EF4-FFF2-40B4-BE49-F238E27FC236}">
                <a16:creationId xmlns:a16="http://schemas.microsoft.com/office/drawing/2014/main" id="{04CCCAE1-48DA-96CD-BB34-0D0A1178C793}"/>
              </a:ext>
            </a:extLst>
          </p:cNvPr>
          <p:cNvSpPr>
            <a:spLocks noGrp="1"/>
          </p:cNvSpPr>
          <p:nvPr>
            <p:ph idx="1"/>
          </p:nvPr>
        </p:nvSpPr>
        <p:spPr>
          <a:xfrm>
            <a:off x="635000" y="1825625"/>
            <a:ext cx="109220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Slide Number Placeholder 8">
            <a:extLst>
              <a:ext uri="{FF2B5EF4-FFF2-40B4-BE49-F238E27FC236}">
                <a16:creationId xmlns:a16="http://schemas.microsoft.com/office/drawing/2014/main" id="{72A9AC77-30FB-915C-AECE-82BB489297E4}"/>
              </a:ext>
            </a:extLst>
          </p:cNvPr>
          <p:cNvSpPr>
            <a:spLocks noGrp="1"/>
          </p:cNvSpPr>
          <p:nvPr>
            <p:ph type="sldNum" sz="quarter" idx="12"/>
          </p:nvPr>
        </p:nvSpPr>
        <p:spPr/>
        <p:txBody>
          <a:bodyPr/>
          <a:lstStyle/>
          <a:p>
            <a:fld id="{A1386E00-FEB9-4948-8786-D40D5ED0BD9B}" type="slidenum">
              <a:rPr lang="en-US" smtClean="0"/>
              <a:pPr/>
              <a:t>‹#›</a:t>
            </a:fld>
            <a:endParaRPr lang="en-US"/>
          </a:p>
        </p:txBody>
      </p:sp>
    </p:spTree>
    <p:extLst>
      <p:ext uri="{BB962C8B-B14F-4D97-AF65-F5344CB8AC3E}">
        <p14:creationId xmlns:p14="http://schemas.microsoft.com/office/powerpoint/2010/main" val="14220679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White Thank You">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98262617-9A23-0060-78CB-0F5CC6F5CB50}"/>
              </a:ext>
            </a:extLst>
          </p:cNvPr>
          <p:cNvSpPr/>
          <p:nvPr userDrawn="1"/>
        </p:nvSpPr>
        <p:spPr>
          <a:xfrm>
            <a:off x="0" y="0"/>
            <a:ext cx="12192000" cy="6858000"/>
          </a:xfrm>
          <a:prstGeom prst="rect">
            <a:avLst/>
          </a:prstGeom>
          <a:solidFill>
            <a:schemeClr val="bg1">
              <a:lumMod val="95000"/>
            </a:schemeClr>
          </a:solidFill>
          <a:ln w="0" cap="flat">
            <a:noFill/>
            <a:prstDash val="solid"/>
            <a:miter/>
          </a:ln>
        </p:spPr>
        <p:txBody>
          <a:bodyPr rtlCol="0" anchor="ctr"/>
          <a:lstStyle/>
          <a:p>
            <a:pPr algn="l"/>
            <a:endParaRPr lang="en-US"/>
          </a:p>
        </p:txBody>
      </p:sp>
      <p:sp>
        <p:nvSpPr>
          <p:cNvPr id="4" name="Text Placeholder 7">
            <a:extLst>
              <a:ext uri="{FF2B5EF4-FFF2-40B4-BE49-F238E27FC236}">
                <a16:creationId xmlns:a16="http://schemas.microsoft.com/office/drawing/2014/main" id="{59A9D157-2192-5A43-8E49-D769F6C7C166}"/>
              </a:ext>
            </a:extLst>
          </p:cNvPr>
          <p:cNvSpPr>
            <a:spLocks noGrp="1"/>
          </p:cNvSpPr>
          <p:nvPr>
            <p:ph type="body" sz="quarter" idx="10" hasCustomPrompt="1"/>
          </p:nvPr>
        </p:nvSpPr>
        <p:spPr>
          <a:xfrm>
            <a:off x="1295400" y="5020635"/>
            <a:ext cx="2699159" cy="609037"/>
          </a:xfrm>
          <a:prstGeom prst="rect">
            <a:avLst/>
          </a:prstGeom>
        </p:spPr>
        <p:txBody>
          <a:bodyPr lIns="0" tIns="0" rIns="0" bIns="0"/>
          <a:lstStyle>
            <a:lvl1pPr marL="0" indent="0" algn="ctr">
              <a:lnSpc>
                <a:spcPct val="100000"/>
              </a:lnSpc>
              <a:spcBef>
                <a:spcPts val="0"/>
              </a:spcBef>
              <a:buNone/>
              <a:defRPr sz="4000" b="0" i="0">
                <a:solidFill>
                  <a:schemeClr val="tx1"/>
                </a:solidFill>
                <a:latin typeface="+mj-lt"/>
                <a:ea typeface="Helvetica Neue" charset="0"/>
                <a:cs typeface="Arial" panose="020B0604020202020204" pitchFamily="34" charset="0"/>
              </a:defRPr>
            </a:lvl1pPr>
            <a:lvl2pPr marL="456771" indent="0">
              <a:buNone/>
              <a:defRPr/>
            </a:lvl2pPr>
            <a:lvl3pPr marL="913554" indent="0">
              <a:buNone/>
              <a:defRPr/>
            </a:lvl3pPr>
            <a:lvl4pPr marL="1370326" indent="0">
              <a:buNone/>
              <a:defRPr/>
            </a:lvl4pPr>
            <a:lvl5pPr marL="1827104" indent="0">
              <a:buNone/>
              <a:defRPr/>
            </a:lvl5pPr>
          </a:lstStyle>
          <a:p>
            <a:pPr lvl="0"/>
            <a:r>
              <a:rPr lang="en-US"/>
              <a:t>Thank You</a:t>
            </a:r>
          </a:p>
        </p:txBody>
      </p:sp>
      <p:sp>
        <p:nvSpPr>
          <p:cNvPr id="2" name="Rounded Rectangle 1">
            <a:extLst>
              <a:ext uri="{FF2B5EF4-FFF2-40B4-BE49-F238E27FC236}">
                <a16:creationId xmlns:a16="http://schemas.microsoft.com/office/drawing/2014/main" id="{0485154D-BA21-B96B-47C0-DB9321679386}"/>
              </a:ext>
            </a:extLst>
          </p:cNvPr>
          <p:cNvSpPr/>
          <p:nvPr userDrawn="1"/>
        </p:nvSpPr>
        <p:spPr>
          <a:xfrm>
            <a:off x="-3632523" y="480989"/>
            <a:ext cx="12344399" cy="5438822"/>
          </a:xfrm>
          <a:prstGeom prst="roundRect">
            <a:avLst>
              <a:gd name="adj" fmla="val 50000"/>
            </a:avLst>
          </a:prstGeom>
          <a:no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Picture Placeholder 13">
            <a:extLst>
              <a:ext uri="{FF2B5EF4-FFF2-40B4-BE49-F238E27FC236}">
                <a16:creationId xmlns:a16="http://schemas.microsoft.com/office/drawing/2014/main" id="{F04ED9A4-554E-1817-4575-731288084697}"/>
              </a:ext>
            </a:extLst>
          </p:cNvPr>
          <p:cNvSpPr>
            <a:spLocks noGrp="1"/>
          </p:cNvSpPr>
          <p:nvPr>
            <p:ph type="pic" sz="quarter" idx="11"/>
          </p:nvPr>
        </p:nvSpPr>
        <p:spPr>
          <a:xfrm>
            <a:off x="3669088" y="918747"/>
            <a:ext cx="4563306" cy="4563306"/>
          </a:xfrm>
          <a:prstGeom prst="ellipse">
            <a:avLst/>
          </a:prstGeom>
        </p:spPr>
        <p:txBody>
          <a:bodyPr/>
          <a:lstStyle/>
          <a:p>
            <a:endParaRPr lang="en-US"/>
          </a:p>
        </p:txBody>
      </p:sp>
      <p:sp>
        <p:nvSpPr>
          <p:cNvPr id="5" name="Picture Placeholder 13">
            <a:extLst>
              <a:ext uri="{FF2B5EF4-FFF2-40B4-BE49-F238E27FC236}">
                <a16:creationId xmlns:a16="http://schemas.microsoft.com/office/drawing/2014/main" id="{674EE8F3-65C6-F1C6-4490-43B2039D244E}"/>
              </a:ext>
            </a:extLst>
          </p:cNvPr>
          <p:cNvSpPr>
            <a:spLocks noGrp="1"/>
          </p:cNvSpPr>
          <p:nvPr>
            <p:ph type="pic" sz="quarter" idx="12"/>
          </p:nvPr>
        </p:nvSpPr>
        <p:spPr>
          <a:xfrm>
            <a:off x="10113289" y="918747"/>
            <a:ext cx="4563306" cy="4563306"/>
          </a:xfrm>
          <a:prstGeom prst="ellipse">
            <a:avLst/>
          </a:prstGeom>
        </p:spPr>
        <p:txBody>
          <a:bodyPr/>
          <a:lstStyle/>
          <a:p>
            <a:endParaRPr lang="en-US"/>
          </a:p>
        </p:txBody>
      </p:sp>
      <p:sp>
        <p:nvSpPr>
          <p:cNvPr id="7" name="Picture Placeholder 13">
            <a:extLst>
              <a:ext uri="{FF2B5EF4-FFF2-40B4-BE49-F238E27FC236}">
                <a16:creationId xmlns:a16="http://schemas.microsoft.com/office/drawing/2014/main" id="{0AA2328E-2E04-8750-398E-53C2AF96ECEA}"/>
              </a:ext>
            </a:extLst>
          </p:cNvPr>
          <p:cNvSpPr>
            <a:spLocks noGrp="1"/>
          </p:cNvSpPr>
          <p:nvPr>
            <p:ph type="pic" sz="quarter" idx="13"/>
          </p:nvPr>
        </p:nvSpPr>
        <p:spPr>
          <a:xfrm>
            <a:off x="-2772987" y="918747"/>
            <a:ext cx="4563306" cy="4563306"/>
          </a:xfrm>
          <a:prstGeom prst="ellipse">
            <a:avLst/>
          </a:prstGeom>
        </p:spPr>
        <p:txBody>
          <a:bodyPr/>
          <a:lstStyle/>
          <a:p>
            <a:endParaRPr lang="en-US"/>
          </a:p>
        </p:txBody>
      </p:sp>
      <p:sp>
        <p:nvSpPr>
          <p:cNvPr id="6" name="Slide Number Placeholder 5">
            <a:extLst>
              <a:ext uri="{FF2B5EF4-FFF2-40B4-BE49-F238E27FC236}">
                <a16:creationId xmlns:a16="http://schemas.microsoft.com/office/drawing/2014/main" id="{A4CCFF56-D471-60EB-E869-3198F5ADDF73}"/>
              </a:ext>
            </a:extLst>
          </p:cNvPr>
          <p:cNvSpPr>
            <a:spLocks noGrp="1"/>
          </p:cNvSpPr>
          <p:nvPr>
            <p:ph type="sldNum" sz="quarter" idx="14"/>
          </p:nvPr>
        </p:nvSpPr>
        <p:spPr/>
        <p:txBody>
          <a:bodyPr/>
          <a:lstStyle/>
          <a:p>
            <a:fld id="{A1386E00-FEB9-4948-8786-D40D5ED0BD9B}" type="slidenum">
              <a:rPr lang="en-US" smtClean="0"/>
              <a:pPr/>
              <a:t>‹#›</a:t>
            </a:fld>
            <a:endParaRPr lang="en-US"/>
          </a:p>
        </p:txBody>
      </p:sp>
      <p:sp>
        <p:nvSpPr>
          <p:cNvPr id="8" name="Rectangle 7">
            <a:extLst>
              <a:ext uri="{FF2B5EF4-FFF2-40B4-BE49-F238E27FC236}">
                <a16:creationId xmlns:a16="http://schemas.microsoft.com/office/drawing/2014/main" id="{B7A532DE-624F-8D3F-6BA8-5E4994988A23}"/>
              </a:ext>
            </a:extLst>
          </p:cNvPr>
          <p:cNvSpPr/>
          <p:nvPr userDrawn="1"/>
        </p:nvSpPr>
        <p:spPr>
          <a:xfrm>
            <a:off x="10894142" y="6292645"/>
            <a:ext cx="973393" cy="242377"/>
          </a:xfrm>
          <a:prstGeom prst="rect">
            <a:avLst/>
          </a:prstGeom>
          <a:solidFill>
            <a:srgbClr val="ECF1F3"/>
          </a:solidFill>
          <a:ln w="0" cap="flat">
            <a:noFill/>
            <a:prstDash val="solid"/>
            <a:miter/>
          </a:ln>
        </p:spPr>
        <p:txBody>
          <a:bodyPr rtlCol="0" anchor="ctr"/>
          <a:lstStyle/>
          <a:p>
            <a:pPr algn="l"/>
            <a:endParaRPr lang="en-US"/>
          </a:p>
        </p:txBody>
      </p:sp>
      <p:pic>
        <p:nvPicPr>
          <p:cNvPr id="9" name="Picture 8" descr="A blue and black text box&#10;&#10;Description automatically generated with medium confidence">
            <a:extLst>
              <a:ext uri="{FF2B5EF4-FFF2-40B4-BE49-F238E27FC236}">
                <a16:creationId xmlns:a16="http://schemas.microsoft.com/office/drawing/2014/main" id="{7C4480C9-4707-0DB8-FEBA-3D7228910523}"/>
              </a:ext>
            </a:extLst>
          </p:cNvPr>
          <p:cNvPicPr>
            <a:picLocks noChangeAspect="1"/>
          </p:cNvPicPr>
          <p:nvPr userDrawn="1"/>
        </p:nvPicPr>
        <p:blipFill>
          <a:blip r:embed="rId3"/>
          <a:stretch>
            <a:fillRect/>
          </a:stretch>
        </p:blipFill>
        <p:spPr>
          <a:xfrm>
            <a:off x="1830809" y="1075038"/>
            <a:ext cx="1628340" cy="407085"/>
          </a:xfrm>
          <a:prstGeom prst="rect">
            <a:avLst/>
          </a:prstGeom>
        </p:spPr>
      </p:pic>
      <p:sp>
        <p:nvSpPr>
          <p:cNvPr id="10" name="Rectangle 9">
            <a:extLst>
              <a:ext uri="{FF2B5EF4-FFF2-40B4-BE49-F238E27FC236}">
                <a16:creationId xmlns:a16="http://schemas.microsoft.com/office/drawing/2014/main" id="{23E1A20E-5B53-3585-798D-07B991D4C030}"/>
              </a:ext>
            </a:extLst>
          </p:cNvPr>
          <p:cNvSpPr/>
          <p:nvPr userDrawn="1"/>
        </p:nvSpPr>
        <p:spPr>
          <a:xfrm>
            <a:off x="-2" y="6785811"/>
            <a:ext cx="12192001" cy="72188"/>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41639141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2_White Title 1">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D875D4D0-E5A0-7747-561F-C6C6BEC81493}"/>
              </a:ext>
            </a:extLst>
          </p:cNvPr>
          <p:cNvSpPr/>
          <p:nvPr userDrawn="1"/>
        </p:nvSpPr>
        <p:spPr>
          <a:xfrm>
            <a:off x="0" y="0"/>
            <a:ext cx="12192000" cy="6858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descr="A white and black corner&#10;&#10;Description automatically generated with medium confidence">
            <a:extLst>
              <a:ext uri="{FF2B5EF4-FFF2-40B4-BE49-F238E27FC236}">
                <a16:creationId xmlns:a16="http://schemas.microsoft.com/office/drawing/2014/main" id="{95D22B77-6365-3A58-DE4F-96A94D4FD6AD}"/>
              </a:ext>
            </a:extLst>
          </p:cNvPr>
          <p:cNvPicPr/>
          <p:nvPr userDrawn="1"/>
        </p:nvPicPr>
        <p:blipFill rotWithShape="1">
          <a:blip r:embed="rId3"/>
          <a:srcRect t="5222" r="1875"/>
          <a:stretch/>
        </p:blipFill>
        <p:spPr>
          <a:xfrm>
            <a:off x="0" y="358140"/>
            <a:ext cx="11963400" cy="6499860"/>
          </a:xfrm>
          <a:prstGeom prst="rect">
            <a:avLst/>
          </a:prstGeom>
        </p:spPr>
      </p:pic>
      <p:sp>
        <p:nvSpPr>
          <p:cNvPr id="20" name="Text Placeholder 7">
            <a:extLst>
              <a:ext uri="{FF2B5EF4-FFF2-40B4-BE49-F238E27FC236}">
                <a16:creationId xmlns:a16="http://schemas.microsoft.com/office/drawing/2014/main" id="{E2FB3B13-CDE4-904F-94A9-763BDCEF5A92}"/>
              </a:ext>
            </a:extLst>
          </p:cNvPr>
          <p:cNvSpPr>
            <a:spLocks noGrp="1"/>
          </p:cNvSpPr>
          <p:nvPr>
            <p:ph type="body" sz="quarter" idx="12" hasCustomPrompt="1"/>
          </p:nvPr>
        </p:nvSpPr>
        <p:spPr>
          <a:xfrm>
            <a:off x="812568" y="4849402"/>
            <a:ext cx="9152333" cy="933559"/>
          </a:xfrm>
          <a:prstGeom prst="rect">
            <a:avLst/>
          </a:prstGeom>
        </p:spPr>
        <p:txBody>
          <a:bodyPr>
            <a:normAutofit/>
          </a:bodyPr>
          <a:lstStyle>
            <a:lvl1pPr marL="0" indent="0">
              <a:lnSpc>
                <a:spcPct val="90000"/>
              </a:lnSpc>
              <a:spcBef>
                <a:spcPts val="0"/>
              </a:spcBef>
              <a:buNone/>
              <a:defRPr sz="2800" b="0" i="0" baseline="0">
                <a:solidFill>
                  <a:schemeClr val="accent1"/>
                </a:solidFill>
                <a:latin typeface="Tenorite" pitchFamily="2" charset="0"/>
                <a:ea typeface="Helvetica Neue" charset="0"/>
                <a:cs typeface="Arial" panose="020B0604020202020204" pitchFamily="34" charset="0"/>
              </a:defRPr>
            </a:lvl1pPr>
            <a:lvl2pPr marL="456771" indent="0">
              <a:buNone/>
              <a:defRPr/>
            </a:lvl2pPr>
            <a:lvl3pPr marL="913554" indent="0">
              <a:buNone/>
              <a:defRPr/>
            </a:lvl3pPr>
            <a:lvl4pPr marL="1370326" indent="0">
              <a:buNone/>
              <a:defRPr/>
            </a:lvl4pPr>
            <a:lvl5pPr marL="1827104" indent="0">
              <a:buNone/>
              <a:defRPr/>
            </a:lvl5pPr>
          </a:lstStyle>
          <a:p>
            <a:pPr lvl="0"/>
            <a:r>
              <a:rPr lang="en-US"/>
              <a:t>Name</a:t>
            </a:r>
          </a:p>
        </p:txBody>
      </p:sp>
      <p:sp>
        <p:nvSpPr>
          <p:cNvPr id="22" name="Text Placeholder 7">
            <a:extLst>
              <a:ext uri="{FF2B5EF4-FFF2-40B4-BE49-F238E27FC236}">
                <a16:creationId xmlns:a16="http://schemas.microsoft.com/office/drawing/2014/main" id="{F8726BFE-46F7-9E4C-99A8-D6D54D5C6BAD}"/>
              </a:ext>
            </a:extLst>
          </p:cNvPr>
          <p:cNvSpPr>
            <a:spLocks noGrp="1"/>
          </p:cNvSpPr>
          <p:nvPr>
            <p:ph type="body" sz="quarter" idx="13" hasCustomPrompt="1"/>
          </p:nvPr>
        </p:nvSpPr>
        <p:spPr>
          <a:xfrm>
            <a:off x="812568" y="2244029"/>
            <a:ext cx="6080125" cy="407085"/>
          </a:xfrm>
          <a:prstGeom prst="rect">
            <a:avLst/>
          </a:prstGeom>
        </p:spPr>
        <p:txBody>
          <a:bodyPr anchor="ctr">
            <a:normAutofit/>
          </a:bodyPr>
          <a:lstStyle>
            <a:lvl1pPr marL="0" indent="0">
              <a:lnSpc>
                <a:spcPct val="100000"/>
              </a:lnSpc>
              <a:spcBef>
                <a:spcPts val="0"/>
              </a:spcBef>
              <a:buNone/>
              <a:defRPr sz="2000" b="0" i="0" spc="150" baseline="0">
                <a:solidFill>
                  <a:schemeClr val="accent1"/>
                </a:solidFill>
                <a:latin typeface="Tenorite" pitchFamily="2" charset="0"/>
                <a:ea typeface="Helvetica Neue" charset="0"/>
                <a:cs typeface="Arial" panose="020B0604020202020204" pitchFamily="34" charset="0"/>
              </a:defRPr>
            </a:lvl1pPr>
            <a:lvl2pPr marL="456771" indent="0">
              <a:buNone/>
              <a:defRPr/>
            </a:lvl2pPr>
            <a:lvl3pPr marL="913554" indent="0">
              <a:buNone/>
              <a:defRPr/>
            </a:lvl3pPr>
            <a:lvl4pPr marL="1370326" indent="0">
              <a:buNone/>
              <a:defRPr/>
            </a:lvl4pPr>
            <a:lvl5pPr marL="1827104" indent="0">
              <a:buNone/>
              <a:defRPr/>
            </a:lvl5pPr>
          </a:lstStyle>
          <a:p>
            <a:pPr lvl="0"/>
            <a:r>
              <a:rPr lang="en-US"/>
              <a:t>DATE</a:t>
            </a:r>
          </a:p>
        </p:txBody>
      </p:sp>
      <p:pic>
        <p:nvPicPr>
          <p:cNvPr id="4" name="Picture 3" descr="A blue and black text box&#10;&#10;Description automatically generated with medium confidence">
            <a:extLst>
              <a:ext uri="{FF2B5EF4-FFF2-40B4-BE49-F238E27FC236}">
                <a16:creationId xmlns:a16="http://schemas.microsoft.com/office/drawing/2014/main" id="{6D160348-621E-6F53-6C2C-095EE438433A}"/>
              </a:ext>
            </a:extLst>
          </p:cNvPr>
          <p:cNvPicPr>
            <a:picLocks noChangeAspect="1"/>
          </p:cNvPicPr>
          <p:nvPr userDrawn="1"/>
        </p:nvPicPr>
        <p:blipFill>
          <a:blip r:embed="rId4"/>
          <a:stretch>
            <a:fillRect/>
          </a:stretch>
        </p:blipFill>
        <p:spPr>
          <a:xfrm>
            <a:off x="930875" y="1075038"/>
            <a:ext cx="1628340" cy="407085"/>
          </a:xfrm>
          <a:prstGeom prst="rect">
            <a:avLst/>
          </a:prstGeom>
        </p:spPr>
      </p:pic>
      <p:sp>
        <p:nvSpPr>
          <p:cNvPr id="7" name="Slide Number Placeholder 6">
            <a:extLst>
              <a:ext uri="{FF2B5EF4-FFF2-40B4-BE49-F238E27FC236}">
                <a16:creationId xmlns:a16="http://schemas.microsoft.com/office/drawing/2014/main" id="{10F480F6-180E-B507-4F43-7CC4FDA29BE9}"/>
              </a:ext>
            </a:extLst>
          </p:cNvPr>
          <p:cNvSpPr>
            <a:spLocks noGrp="1"/>
          </p:cNvSpPr>
          <p:nvPr>
            <p:ph type="sldNum" sz="quarter" idx="16"/>
          </p:nvPr>
        </p:nvSpPr>
        <p:spPr>
          <a:xfrm>
            <a:off x="261324" y="6380841"/>
            <a:ext cx="360986" cy="154181"/>
          </a:xfrm>
          <a:prstGeom prst="rect">
            <a:avLst/>
          </a:prstGeom>
        </p:spPr>
        <p:txBody>
          <a:bodyPr/>
          <a:lstStyle/>
          <a:p>
            <a:fld id="{A1386E00-FEB9-4948-8786-D40D5ED0BD9B}" type="slidenum">
              <a:rPr lang="en-US" smtClean="0"/>
              <a:pPr/>
              <a:t>‹#›</a:t>
            </a:fld>
            <a:endParaRPr lang="en-US"/>
          </a:p>
        </p:txBody>
      </p:sp>
      <p:sp>
        <p:nvSpPr>
          <p:cNvPr id="2" name="Text Placeholder 7">
            <a:extLst>
              <a:ext uri="{FF2B5EF4-FFF2-40B4-BE49-F238E27FC236}">
                <a16:creationId xmlns:a16="http://schemas.microsoft.com/office/drawing/2014/main" id="{9F852B44-B51A-5654-AB51-531C775C2F76}"/>
              </a:ext>
            </a:extLst>
          </p:cNvPr>
          <p:cNvSpPr>
            <a:spLocks noGrp="1"/>
          </p:cNvSpPr>
          <p:nvPr>
            <p:ph type="body" sz="quarter" idx="11" hasCustomPrompt="1"/>
          </p:nvPr>
        </p:nvSpPr>
        <p:spPr>
          <a:xfrm>
            <a:off x="812568" y="2633468"/>
            <a:ext cx="9152334" cy="2092644"/>
          </a:xfrm>
          <a:prstGeom prst="rect">
            <a:avLst/>
          </a:prstGeom>
        </p:spPr>
        <p:txBody>
          <a:bodyPr anchor="ctr">
            <a:normAutofit/>
          </a:bodyPr>
          <a:lstStyle>
            <a:lvl1pPr marL="0" indent="0">
              <a:lnSpc>
                <a:spcPct val="90000"/>
              </a:lnSpc>
              <a:spcBef>
                <a:spcPts val="0"/>
              </a:spcBef>
              <a:buNone/>
              <a:defRPr sz="6000" b="0" i="0">
                <a:solidFill>
                  <a:schemeClr val="tx1"/>
                </a:solidFill>
                <a:latin typeface="Tenorite" pitchFamily="2" charset="0"/>
                <a:ea typeface="Helvetica Neue" charset="0"/>
                <a:cs typeface="Arial" panose="020B0604020202020204" pitchFamily="34" charset="0"/>
              </a:defRPr>
            </a:lvl1pPr>
            <a:lvl2pPr marL="456771" indent="0">
              <a:buNone/>
              <a:defRPr/>
            </a:lvl2pPr>
            <a:lvl3pPr marL="913554" indent="0">
              <a:buNone/>
              <a:defRPr/>
            </a:lvl3pPr>
            <a:lvl4pPr marL="1370326" indent="0">
              <a:buNone/>
              <a:defRPr/>
            </a:lvl4pPr>
            <a:lvl5pPr marL="1827104" indent="0">
              <a:buNone/>
              <a:defRPr/>
            </a:lvl5pPr>
          </a:lstStyle>
          <a:p>
            <a:pPr lvl="0"/>
            <a:r>
              <a:rPr lang="en-US"/>
              <a:t>Title goes here and can continue here, also.</a:t>
            </a:r>
          </a:p>
        </p:txBody>
      </p:sp>
      <p:sp>
        <p:nvSpPr>
          <p:cNvPr id="3" name="Rectangle 2">
            <a:extLst>
              <a:ext uri="{FF2B5EF4-FFF2-40B4-BE49-F238E27FC236}">
                <a16:creationId xmlns:a16="http://schemas.microsoft.com/office/drawing/2014/main" id="{E8D58B4B-89D7-3FFB-93B9-F7DE85902788}"/>
              </a:ext>
            </a:extLst>
          </p:cNvPr>
          <p:cNvSpPr/>
          <p:nvPr userDrawn="1"/>
        </p:nvSpPr>
        <p:spPr>
          <a:xfrm>
            <a:off x="10894142" y="6292645"/>
            <a:ext cx="973393" cy="242377"/>
          </a:xfrm>
          <a:prstGeom prst="rect">
            <a:avLst/>
          </a:prstGeom>
          <a:solidFill>
            <a:srgbClr val="ECF1F3"/>
          </a:solidFill>
          <a:ln w="0" cap="flat">
            <a:noFill/>
            <a:prstDash val="solid"/>
            <a:miter/>
          </a:ln>
        </p:spPr>
        <p:txBody>
          <a:bodyPr rtlCol="0" anchor="ctr"/>
          <a:lstStyle/>
          <a:p>
            <a:pPr algn="l"/>
            <a:endParaRPr lang="en-US"/>
          </a:p>
        </p:txBody>
      </p:sp>
    </p:spTree>
    <p:extLst>
      <p:ext uri="{BB962C8B-B14F-4D97-AF65-F5344CB8AC3E}">
        <p14:creationId xmlns:p14="http://schemas.microsoft.com/office/powerpoint/2010/main" val="99348032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3_White Title 1">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D4FCCA49-F76E-E0FC-0A94-B822D378C2AA}"/>
              </a:ext>
            </a:extLst>
          </p:cNvPr>
          <p:cNvSpPr/>
          <p:nvPr userDrawn="1"/>
        </p:nvSpPr>
        <p:spPr>
          <a:xfrm>
            <a:off x="0" y="0"/>
            <a:ext cx="12192000" cy="6858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8" descr="A white and black corner&#10;&#10;Description automatically generated with medium confidence">
            <a:extLst>
              <a:ext uri="{FF2B5EF4-FFF2-40B4-BE49-F238E27FC236}">
                <a16:creationId xmlns:a16="http://schemas.microsoft.com/office/drawing/2014/main" id="{F52ECBD7-B9C8-BB0B-FFF7-F26EBFF19CE1}"/>
              </a:ext>
            </a:extLst>
          </p:cNvPr>
          <p:cNvPicPr/>
          <p:nvPr userDrawn="1"/>
        </p:nvPicPr>
        <p:blipFill rotWithShape="1">
          <a:blip r:embed="rId3"/>
          <a:srcRect t="5222" r="1875"/>
          <a:stretch/>
        </p:blipFill>
        <p:spPr>
          <a:xfrm>
            <a:off x="0" y="358140"/>
            <a:ext cx="11963400" cy="6499860"/>
          </a:xfrm>
          <a:prstGeom prst="rect">
            <a:avLst/>
          </a:prstGeom>
        </p:spPr>
      </p:pic>
      <p:sp>
        <p:nvSpPr>
          <p:cNvPr id="20" name="Text Placeholder 7">
            <a:extLst>
              <a:ext uri="{FF2B5EF4-FFF2-40B4-BE49-F238E27FC236}">
                <a16:creationId xmlns:a16="http://schemas.microsoft.com/office/drawing/2014/main" id="{E2FB3B13-CDE4-904F-94A9-763BDCEF5A92}"/>
              </a:ext>
            </a:extLst>
          </p:cNvPr>
          <p:cNvSpPr>
            <a:spLocks noGrp="1"/>
          </p:cNvSpPr>
          <p:nvPr>
            <p:ph type="body" sz="quarter" idx="12" hasCustomPrompt="1"/>
          </p:nvPr>
        </p:nvSpPr>
        <p:spPr>
          <a:xfrm>
            <a:off x="812568" y="4849402"/>
            <a:ext cx="9152333" cy="933559"/>
          </a:xfrm>
          <a:prstGeom prst="rect">
            <a:avLst/>
          </a:prstGeom>
        </p:spPr>
        <p:txBody>
          <a:bodyPr>
            <a:normAutofit/>
          </a:bodyPr>
          <a:lstStyle>
            <a:lvl1pPr marL="0" indent="0">
              <a:lnSpc>
                <a:spcPct val="90000"/>
              </a:lnSpc>
              <a:spcBef>
                <a:spcPts val="0"/>
              </a:spcBef>
              <a:buNone/>
              <a:defRPr sz="3600" b="0" i="1" baseline="0">
                <a:solidFill>
                  <a:schemeClr val="tx1"/>
                </a:solidFill>
                <a:latin typeface="PT Serif" panose="020A0603040505020204" pitchFamily="18" charset="77"/>
                <a:ea typeface="Helvetica Neue" charset="0"/>
                <a:cs typeface="Arial" panose="020B0604020202020204" pitchFamily="34" charset="0"/>
              </a:defRPr>
            </a:lvl1pPr>
            <a:lvl2pPr marL="456771" indent="0">
              <a:buNone/>
              <a:defRPr/>
            </a:lvl2pPr>
            <a:lvl3pPr marL="913554" indent="0">
              <a:buNone/>
              <a:defRPr/>
            </a:lvl3pPr>
            <a:lvl4pPr marL="1370326" indent="0">
              <a:buNone/>
              <a:defRPr/>
            </a:lvl4pPr>
            <a:lvl5pPr marL="1827104" indent="0">
              <a:buNone/>
              <a:defRPr/>
            </a:lvl5pPr>
          </a:lstStyle>
          <a:p>
            <a:pPr lvl="0"/>
            <a:r>
              <a:rPr lang="en-US"/>
              <a:t>Name</a:t>
            </a:r>
          </a:p>
        </p:txBody>
      </p:sp>
      <p:sp>
        <p:nvSpPr>
          <p:cNvPr id="22" name="Text Placeholder 7">
            <a:extLst>
              <a:ext uri="{FF2B5EF4-FFF2-40B4-BE49-F238E27FC236}">
                <a16:creationId xmlns:a16="http://schemas.microsoft.com/office/drawing/2014/main" id="{F8726BFE-46F7-9E4C-99A8-D6D54D5C6BAD}"/>
              </a:ext>
            </a:extLst>
          </p:cNvPr>
          <p:cNvSpPr>
            <a:spLocks noGrp="1"/>
          </p:cNvSpPr>
          <p:nvPr>
            <p:ph type="body" sz="quarter" idx="13" hasCustomPrompt="1"/>
          </p:nvPr>
        </p:nvSpPr>
        <p:spPr>
          <a:xfrm>
            <a:off x="812568" y="2244029"/>
            <a:ext cx="6080125" cy="407085"/>
          </a:xfrm>
          <a:prstGeom prst="rect">
            <a:avLst/>
          </a:prstGeom>
        </p:spPr>
        <p:txBody>
          <a:bodyPr anchor="ctr">
            <a:normAutofit/>
          </a:bodyPr>
          <a:lstStyle>
            <a:lvl1pPr marL="0" indent="0">
              <a:lnSpc>
                <a:spcPct val="100000"/>
              </a:lnSpc>
              <a:spcBef>
                <a:spcPts val="0"/>
              </a:spcBef>
              <a:buNone/>
              <a:defRPr sz="2000" b="0" i="0" spc="150" baseline="0">
                <a:solidFill>
                  <a:schemeClr val="accent1"/>
                </a:solidFill>
                <a:latin typeface="Tenorite" pitchFamily="2" charset="0"/>
                <a:ea typeface="Helvetica Neue" charset="0"/>
                <a:cs typeface="Arial" panose="020B0604020202020204" pitchFamily="34" charset="0"/>
              </a:defRPr>
            </a:lvl1pPr>
            <a:lvl2pPr marL="456771" indent="0">
              <a:buNone/>
              <a:defRPr/>
            </a:lvl2pPr>
            <a:lvl3pPr marL="913554" indent="0">
              <a:buNone/>
              <a:defRPr/>
            </a:lvl3pPr>
            <a:lvl4pPr marL="1370326" indent="0">
              <a:buNone/>
              <a:defRPr/>
            </a:lvl4pPr>
            <a:lvl5pPr marL="1827104" indent="0">
              <a:buNone/>
              <a:defRPr/>
            </a:lvl5pPr>
          </a:lstStyle>
          <a:p>
            <a:pPr lvl="0"/>
            <a:r>
              <a:rPr lang="en-US"/>
              <a:t>DATE</a:t>
            </a:r>
          </a:p>
        </p:txBody>
      </p:sp>
      <p:pic>
        <p:nvPicPr>
          <p:cNvPr id="4" name="Picture 3" descr="A blue and black text box&#10;&#10;Description automatically generated with medium confidence">
            <a:extLst>
              <a:ext uri="{FF2B5EF4-FFF2-40B4-BE49-F238E27FC236}">
                <a16:creationId xmlns:a16="http://schemas.microsoft.com/office/drawing/2014/main" id="{6D160348-621E-6F53-6C2C-095EE438433A}"/>
              </a:ext>
            </a:extLst>
          </p:cNvPr>
          <p:cNvPicPr>
            <a:picLocks noChangeAspect="1"/>
          </p:cNvPicPr>
          <p:nvPr userDrawn="1"/>
        </p:nvPicPr>
        <p:blipFill>
          <a:blip r:embed="rId4"/>
          <a:stretch>
            <a:fillRect/>
          </a:stretch>
        </p:blipFill>
        <p:spPr>
          <a:xfrm>
            <a:off x="930875" y="1075038"/>
            <a:ext cx="1628340" cy="407085"/>
          </a:xfrm>
          <a:prstGeom prst="rect">
            <a:avLst/>
          </a:prstGeom>
        </p:spPr>
      </p:pic>
      <p:sp>
        <p:nvSpPr>
          <p:cNvPr id="7" name="Slide Number Placeholder 6">
            <a:extLst>
              <a:ext uri="{FF2B5EF4-FFF2-40B4-BE49-F238E27FC236}">
                <a16:creationId xmlns:a16="http://schemas.microsoft.com/office/drawing/2014/main" id="{10F480F6-180E-B507-4F43-7CC4FDA29BE9}"/>
              </a:ext>
            </a:extLst>
          </p:cNvPr>
          <p:cNvSpPr>
            <a:spLocks noGrp="1"/>
          </p:cNvSpPr>
          <p:nvPr>
            <p:ph type="sldNum" sz="quarter" idx="16"/>
          </p:nvPr>
        </p:nvSpPr>
        <p:spPr>
          <a:xfrm>
            <a:off x="261324" y="6380841"/>
            <a:ext cx="360986" cy="154181"/>
          </a:xfrm>
          <a:prstGeom prst="rect">
            <a:avLst/>
          </a:prstGeom>
        </p:spPr>
        <p:txBody>
          <a:bodyPr/>
          <a:lstStyle/>
          <a:p>
            <a:fld id="{A1386E00-FEB9-4948-8786-D40D5ED0BD9B}" type="slidenum">
              <a:rPr lang="en-US" smtClean="0"/>
              <a:pPr/>
              <a:t>‹#›</a:t>
            </a:fld>
            <a:endParaRPr lang="en-US"/>
          </a:p>
        </p:txBody>
      </p:sp>
      <p:sp>
        <p:nvSpPr>
          <p:cNvPr id="2" name="Text Placeholder 7">
            <a:extLst>
              <a:ext uri="{FF2B5EF4-FFF2-40B4-BE49-F238E27FC236}">
                <a16:creationId xmlns:a16="http://schemas.microsoft.com/office/drawing/2014/main" id="{9F852B44-B51A-5654-AB51-531C775C2F76}"/>
              </a:ext>
            </a:extLst>
          </p:cNvPr>
          <p:cNvSpPr>
            <a:spLocks noGrp="1"/>
          </p:cNvSpPr>
          <p:nvPr>
            <p:ph type="body" sz="quarter" idx="11" hasCustomPrompt="1"/>
          </p:nvPr>
        </p:nvSpPr>
        <p:spPr>
          <a:xfrm>
            <a:off x="812568" y="2633468"/>
            <a:ext cx="9152334" cy="2092644"/>
          </a:xfrm>
          <a:prstGeom prst="rect">
            <a:avLst/>
          </a:prstGeom>
        </p:spPr>
        <p:txBody>
          <a:bodyPr anchor="ctr">
            <a:normAutofit/>
          </a:bodyPr>
          <a:lstStyle>
            <a:lvl1pPr marL="0" indent="0">
              <a:lnSpc>
                <a:spcPct val="90000"/>
              </a:lnSpc>
              <a:spcBef>
                <a:spcPts val="0"/>
              </a:spcBef>
              <a:buNone/>
              <a:defRPr sz="6000" b="0" i="0">
                <a:solidFill>
                  <a:schemeClr val="tx1"/>
                </a:solidFill>
                <a:latin typeface="Tenorite" pitchFamily="2" charset="0"/>
                <a:ea typeface="Helvetica Neue" charset="0"/>
                <a:cs typeface="Arial" panose="020B0604020202020204" pitchFamily="34" charset="0"/>
              </a:defRPr>
            </a:lvl1pPr>
            <a:lvl2pPr marL="456771" indent="0">
              <a:buNone/>
              <a:defRPr/>
            </a:lvl2pPr>
            <a:lvl3pPr marL="913554" indent="0">
              <a:buNone/>
              <a:defRPr/>
            </a:lvl3pPr>
            <a:lvl4pPr marL="1370326" indent="0">
              <a:buNone/>
              <a:defRPr/>
            </a:lvl4pPr>
            <a:lvl5pPr marL="1827104" indent="0">
              <a:buNone/>
              <a:defRPr/>
            </a:lvl5pPr>
          </a:lstStyle>
          <a:p>
            <a:pPr lvl="0"/>
            <a:r>
              <a:rPr lang="en-US"/>
              <a:t>Title goes here and can continue here, also.</a:t>
            </a:r>
          </a:p>
        </p:txBody>
      </p:sp>
      <p:sp>
        <p:nvSpPr>
          <p:cNvPr id="3" name="Rectangle 2">
            <a:extLst>
              <a:ext uri="{FF2B5EF4-FFF2-40B4-BE49-F238E27FC236}">
                <a16:creationId xmlns:a16="http://schemas.microsoft.com/office/drawing/2014/main" id="{807680B0-2FBC-678D-1F3B-17AE12237F3F}"/>
              </a:ext>
            </a:extLst>
          </p:cNvPr>
          <p:cNvSpPr/>
          <p:nvPr userDrawn="1"/>
        </p:nvSpPr>
        <p:spPr>
          <a:xfrm>
            <a:off x="10894142" y="6292645"/>
            <a:ext cx="973393" cy="242377"/>
          </a:xfrm>
          <a:prstGeom prst="rect">
            <a:avLst/>
          </a:prstGeom>
          <a:solidFill>
            <a:srgbClr val="ECF1F3"/>
          </a:solidFill>
          <a:ln w="0" cap="flat">
            <a:noFill/>
            <a:prstDash val="solid"/>
            <a:miter/>
          </a:ln>
        </p:spPr>
        <p:txBody>
          <a:bodyPr rtlCol="0" anchor="ctr"/>
          <a:lstStyle/>
          <a:p>
            <a:pPr algn="l"/>
            <a:endParaRPr lang="en-US"/>
          </a:p>
        </p:txBody>
      </p:sp>
    </p:spTree>
    <p:extLst>
      <p:ext uri="{BB962C8B-B14F-4D97-AF65-F5344CB8AC3E}">
        <p14:creationId xmlns:p14="http://schemas.microsoft.com/office/powerpoint/2010/main" val="3286522186"/>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1_Title and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CFCF4C64-E19A-8A0C-9E3C-5933A647C6C3}"/>
              </a:ext>
            </a:extLst>
          </p:cNvPr>
          <p:cNvSpPr/>
          <p:nvPr userDrawn="1"/>
        </p:nvSpPr>
        <p:spPr>
          <a:xfrm>
            <a:off x="0" y="0"/>
            <a:ext cx="12192000" cy="6858000"/>
          </a:xfrm>
          <a:prstGeom prst="rect">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E964D753-3AC1-160A-8AA5-B75CFCEE3B6D}"/>
              </a:ext>
            </a:extLst>
          </p:cNvPr>
          <p:cNvSpPr/>
          <p:nvPr userDrawn="1"/>
        </p:nvSpPr>
        <p:spPr>
          <a:xfrm>
            <a:off x="-2" y="6785811"/>
            <a:ext cx="12192001" cy="72188"/>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509B425-C883-3CBA-2A3B-B7768D206E56}"/>
              </a:ext>
            </a:extLst>
          </p:cNvPr>
          <p:cNvSpPr>
            <a:spLocks noGrp="1"/>
          </p:cNvSpPr>
          <p:nvPr>
            <p:ph type="title"/>
          </p:nvPr>
        </p:nvSpPr>
        <p:spPr/>
        <p:txBody>
          <a:bodyPr/>
          <a:lstStyle/>
          <a:p>
            <a:r>
              <a:rPr lang="en-US"/>
              <a:t>Click to edit Master title style</a:t>
            </a:r>
          </a:p>
        </p:txBody>
      </p:sp>
      <p:sp>
        <p:nvSpPr>
          <p:cNvPr id="9" name="Slide Number Placeholder 8">
            <a:extLst>
              <a:ext uri="{FF2B5EF4-FFF2-40B4-BE49-F238E27FC236}">
                <a16:creationId xmlns:a16="http://schemas.microsoft.com/office/drawing/2014/main" id="{9CDC1F94-1CF7-8A32-4CF9-568B57C8D030}"/>
              </a:ext>
            </a:extLst>
          </p:cNvPr>
          <p:cNvSpPr>
            <a:spLocks noGrp="1"/>
          </p:cNvSpPr>
          <p:nvPr>
            <p:ph type="sldNum" sz="quarter" idx="12"/>
          </p:nvPr>
        </p:nvSpPr>
        <p:spPr>
          <a:xfrm>
            <a:off x="261324" y="6380841"/>
            <a:ext cx="360986" cy="154181"/>
          </a:xfrm>
          <a:prstGeom prst="rect">
            <a:avLst/>
          </a:prstGeom>
        </p:spPr>
        <p:txBody>
          <a:bodyPr/>
          <a:lstStyle/>
          <a:p>
            <a:fld id="{A1386E00-FEB9-4948-8786-D40D5ED0BD9B}" type="slidenum">
              <a:rPr lang="en-US" smtClean="0"/>
              <a:pPr/>
              <a:t>‹#›</a:t>
            </a:fld>
            <a:endParaRPr lang="en-US"/>
          </a:p>
        </p:txBody>
      </p:sp>
      <p:sp>
        <p:nvSpPr>
          <p:cNvPr id="10" name="Text Placeholder 2">
            <a:extLst>
              <a:ext uri="{FF2B5EF4-FFF2-40B4-BE49-F238E27FC236}">
                <a16:creationId xmlns:a16="http://schemas.microsoft.com/office/drawing/2014/main" id="{E56C16D1-323B-0047-FA2D-4E68E263880B}"/>
              </a:ext>
            </a:extLst>
          </p:cNvPr>
          <p:cNvSpPr>
            <a:spLocks noGrp="1"/>
          </p:cNvSpPr>
          <p:nvPr>
            <p:ph idx="1"/>
          </p:nvPr>
        </p:nvSpPr>
        <p:spPr>
          <a:xfrm>
            <a:off x="635000" y="1825625"/>
            <a:ext cx="109220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215532133"/>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1_Title and Content - Curv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45E53AEA-A209-763C-3549-B1CC7753B8EF}"/>
              </a:ext>
            </a:extLst>
          </p:cNvPr>
          <p:cNvSpPr/>
          <p:nvPr userDrawn="1"/>
        </p:nvSpPr>
        <p:spPr>
          <a:xfrm>
            <a:off x="0" y="0"/>
            <a:ext cx="12192000" cy="6858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descr="A white and black corner&#10;&#10;Description automatically generated">
            <a:extLst>
              <a:ext uri="{FF2B5EF4-FFF2-40B4-BE49-F238E27FC236}">
                <a16:creationId xmlns:a16="http://schemas.microsoft.com/office/drawing/2014/main" id="{B0F74EDA-A391-DDBF-8189-B6EEF63D5A2A}"/>
              </a:ext>
            </a:extLst>
          </p:cNvPr>
          <p:cNvPicPr/>
          <p:nvPr userDrawn="1"/>
        </p:nvPicPr>
        <p:blipFill rotWithShape="1">
          <a:blip r:embed="rId3"/>
          <a:srcRect r="1857" b="2730"/>
          <a:stretch/>
        </p:blipFill>
        <p:spPr>
          <a:xfrm>
            <a:off x="0" y="0"/>
            <a:ext cx="11965577" cy="6670766"/>
          </a:xfrm>
          <a:prstGeom prst="rect">
            <a:avLst/>
          </a:prstGeom>
        </p:spPr>
      </p:pic>
      <p:sp>
        <p:nvSpPr>
          <p:cNvPr id="5" name="Title 1">
            <a:extLst>
              <a:ext uri="{FF2B5EF4-FFF2-40B4-BE49-F238E27FC236}">
                <a16:creationId xmlns:a16="http://schemas.microsoft.com/office/drawing/2014/main" id="{5952DC2C-6FF1-B21A-613A-55A42454ECD0}"/>
              </a:ext>
            </a:extLst>
          </p:cNvPr>
          <p:cNvSpPr>
            <a:spLocks noGrp="1"/>
          </p:cNvSpPr>
          <p:nvPr>
            <p:ph type="title"/>
          </p:nvPr>
        </p:nvSpPr>
        <p:spPr>
          <a:xfrm>
            <a:off x="635000" y="365125"/>
            <a:ext cx="10922000" cy="1325563"/>
          </a:xfrm>
          <a:prstGeom prst="rect">
            <a:avLst/>
          </a:prstGeom>
        </p:spPr>
        <p:txBody>
          <a:bodyPr>
            <a:normAutofit/>
          </a:bodyPr>
          <a:lstStyle>
            <a:lvl1pPr>
              <a:defRPr sz="4400">
                <a:solidFill>
                  <a:schemeClr val="tx1"/>
                </a:solidFill>
              </a:defRPr>
            </a:lvl1pPr>
          </a:lstStyle>
          <a:p>
            <a:r>
              <a:rPr lang="en-US"/>
              <a:t>Click to edit Master title style</a:t>
            </a:r>
          </a:p>
        </p:txBody>
      </p:sp>
      <p:sp>
        <p:nvSpPr>
          <p:cNvPr id="11" name="Slide Number Placeholder 10">
            <a:extLst>
              <a:ext uri="{FF2B5EF4-FFF2-40B4-BE49-F238E27FC236}">
                <a16:creationId xmlns:a16="http://schemas.microsoft.com/office/drawing/2014/main" id="{C0CA1148-3A17-B6B0-516C-E77FE382CB1A}"/>
              </a:ext>
            </a:extLst>
          </p:cNvPr>
          <p:cNvSpPr>
            <a:spLocks noGrp="1"/>
          </p:cNvSpPr>
          <p:nvPr>
            <p:ph type="sldNum" sz="quarter" idx="27"/>
          </p:nvPr>
        </p:nvSpPr>
        <p:spPr>
          <a:xfrm>
            <a:off x="261324" y="6380841"/>
            <a:ext cx="360986" cy="154181"/>
          </a:xfrm>
          <a:prstGeom prst="rect">
            <a:avLst/>
          </a:prstGeom>
        </p:spPr>
        <p:txBody>
          <a:bodyPr/>
          <a:lstStyle/>
          <a:p>
            <a:fld id="{A1386E00-FEB9-4948-8786-D40D5ED0BD9B}" type="slidenum">
              <a:rPr lang="en-US" smtClean="0"/>
              <a:pPr/>
              <a:t>‹#›</a:t>
            </a:fld>
            <a:endParaRPr lang="en-US"/>
          </a:p>
        </p:txBody>
      </p:sp>
      <p:sp>
        <p:nvSpPr>
          <p:cNvPr id="6" name="Text Placeholder 2">
            <a:extLst>
              <a:ext uri="{FF2B5EF4-FFF2-40B4-BE49-F238E27FC236}">
                <a16:creationId xmlns:a16="http://schemas.microsoft.com/office/drawing/2014/main" id="{D09C41CC-7023-C2C7-8B53-D1ED65094B16}"/>
              </a:ext>
            </a:extLst>
          </p:cNvPr>
          <p:cNvSpPr>
            <a:spLocks noGrp="1"/>
          </p:cNvSpPr>
          <p:nvPr>
            <p:ph idx="1"/>
          </p:nvPr>
        </p:nvSpPr>
        <p:spPr>
          <a:xfrm>
            <a:off x="635000" y="1825625"/>
            <a:ext cx="109220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8" name="Picture 17">
            <a:extLst>
              <a:ext uri="{FF2B5EF4-FFF2-40B4-BE49-F238E27FC236}">
                <a16:creationId xmlns:a16="http://schemas.microsoft.com/office/drawing/2014/main" id="{41863CE1-90C1-F021-48CA-1717E23C0484}"/>
              </a:ext>
            </a:extLst>
          </p:cNvPr>
          <p:cNvPicPr>
            <a:picLocks noChangeAspect="1"/>
          </p:cNvPicPr>
          <p:nvPr userDrawn="1"/>
        </p:nvPicPr>
        <p:blipFill>
          <a:blip r:embed="rId4" cstate="email">
            <a:extLst>
              <a:ext uri="{28A0092B-C50C-407E-A947-70E740481C1C}">
                <a14:useLocalDpi xmlns:a14="http://schemas.microsoft.com/office/drawing/2010/main"/>
              </a:ext>
              <a:ext uri="{96DAC541-7B7A-43D3-8B79-37D633B846F1}">
                <asvg:svgBlip xmlns:asvg="http://schemas.microsoft.com/office/drawing/2016/SVG/main" r:embed="rId5"/>
              </a:ext>
            </a:extLst>
          </a:blip>
          <a:srcRect/>
          <a:stretch/>
        </p:blipFill>
        <p:spPr>
          <a:xfrm>
            <a:off x="11099927" y="6358621"/>
            <a:ext cx="705993" cy="143459"/>
          </a:xfrm>
          <a:prstGeom prst="rect">
            <a:avLst/>
          </a:prstGeom>
        </p:spPr>
      </p:pic>
    </p:spTree>
    <p:extLst>
      <p:ext uri="{BB962C8B-B14F-4D97-AF65-F5344CB8AC3E}">
        <p14:creationId xmlns:p14="http://schemas.microsoft.com/office/powerpoint/2010/main" val="3395336608"/>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3_Title Subtitl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DA96E63D-3026-7541-C598-B70DAABA36AE}"/>
              </a:ext>
            </a:extLst>
          </p:cNvPr>
          <p:cNvSpPr/>
          <p:nvPr userDrawn="1"/>
        </p:nvSpPr>
        <p:spPr>
          <a:xfrm>
            <a:off x="0" y="0"/>
            <a:ext cx="12192000" cy="6858000"/>
          </a:xfrm>
          <a:prstGeom prst="rect">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97A301BF-BD5B-DB4F-875F-070060A05A82}"/>
              </a:ext>
            </a:extLst>
          </p:cNvPr>
          <p:cNvSpPr/>
          <p:nvPr userDrawn="1"/>
        </p:nvSpPr>
        <p:spPr>
          <a:xfrm>
            <a:off x="-2" y="6785811"/>
            <a:ext cx="12192001" cy="72188"/>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10">
            <a:extLst>
              <a:ext uri="{FF2B5EF4-FFF2-40B4-BE49-F238E27FC236}">
                <a16:creationId xmlns:a16="http://schemas.microsoft.com/office/drawing/2014/main" id="{FAC8DD11-D008-4419-73EF-386208C2AFF2}"/>
              </a:ext>
            </a:extLst>
          </p:cNvPr>
          <p:cNvSpPr>
            <a:spLocks noGrp="1"/>
          </p:cNvSpPr>
          <p:nvPr>
            <p:ph type="body" sz="quarter" idx="12" hasCustomPrompt="1"/>
          </p:nvPr>
        </p:nvSpPr>
        <p:spPr>
          <a:xfrm>
            <a:off x="635001" y="1690688"/>
            <a:ext cx="10965328" cy="309971"/>
          </a:xfrm>
          <a:prstGeom prst="rect">
            <a:avLst/>
          </a:prstGeom>
        </p:spPr>
        <p:txBody>
          <a:bodyPr lIns="91440" tIns="45720" rIns="91440" bIns="45720" anchor="t">
            <a:noAutofit/>
          </a:bodyPr>
          <a:lstStyle>
            <a:lvl1pPr marL="0" indent="0">
              <a:lnSpc>
                <a:spcPct val="100000"/>
              </a:lnSpc>
              <a:buNone/>
              <a:defRPr sz="2400" b="0" i="0">
                <a:solidFill>
                  <a:schemeClr val="accent1"/>
                </a:solidFill>
                <a:latin typeface="Tenorite" pitchFamily="2" charset="0"/>
                <a:ea typeface="Tenorite" pitchFamily="2" charset="0"/>
                <a:cs typeface="Arial" charset="0"/>
              </a:defRPr>
            </a:lvl1pPr>
          </a:lstStyle>
          <a:p>
            <a:pPr lvl="0"/>
            <a:r>
              <a:rPr lang="en-US"/>
              <a:t>Click to edit slide subtitle</a:t>
            </a:r>
          </a:p>
        </p:txBody>
      </p:sp>
      <p:sp>
        <p:nvSpPr>
          <p:cNvPr id="6" name="Title 1">
            <a:extLst>
              <a:ext uri="{FF2B5EF4-FFF2-40B4-BE49-F238E27FC236}">
                <a16:creationId xmlns:a16="http://schemas.microsoft.com/office/drawing/2014/main" id="{8E209AB2-0838-663C-1150-6D7A9FE91137}"/>
              </a:ext>
            </a:extLst>
          </p:cNvPr>
          <p:cNvSpPr>
            <a:spLocks noGrp="1"/>
          </p:cNvSpPr>
          <p:nvPr>
            <p:ph type="title"/>
          </p:nvPr>
        </p:nvSpPr>
        <p:spPr>
          <a:xfrm>
            <a:off x="635000" y="365125"/>
            <a:ext cx="10922000" cy="1325563"/>
          </a:xfrm>
          <a:prstGeom prst="rect">
            <a:avLst/>
          </a:prstGeom>
        </p:spPr>
        <p:txBody>
          <a:bodyPr>
            <a:normAutofit/>
          </a:bodyPr>
          <a:lstStyle>
            <a:lvl1pPr>
              <a:defRPr sz="4400">
                <a:solidFill>
                  <a:schemeClr val="tx1"/>
                </a:solidFill>
              </a:defRPr>
            </a:lvl1pPr>
          </a:lstStyle>
          <a:p>
            <a:r>
              <a:rPr lang="en-US"/>
              <a:t>Click to edit Master title style</a:t>
            </a:r>
          </a:p>
        </p:txBody>
      </p:sp>
      <p:sp>
        <p:nvSpPr>
          <p:cNvPr id="4" name="Content Placeholder 2">
            <a:extLst>
              <a:ext uri="{FF2B5EF4-FFF2-40B4-BE49-F238E27FC236}">
                <a16:creationId xmlns:a16="http://schemas.microsoft.com/office/drawing/2014/main" id="{E305A13C-634B-5A20-B698-7EA94ACF2401}"/>
              </a:ext>
            </a:extLst>
          </p:cNvPr>
          <p:cNvSpPr>
            <a:spLocks noGrp="1"/>
          </p:cNvSpPr>
          <p:nvPr>
            <p:ph idx="1"/>
          </p:nvPr>
        </p:nvSpPr>
        <p:spPr>
          <a:xfrm>
            <a:off x="635000" y="2255519"/>
            <a:ext cx="10922000" cy="3921443"/>
          </a:xfrm>
        </p:spPr>
        <p:txBody>
          <a:bodyPr>
            <a:noAutofit/>
          </a:bodyPr>
          <a:lstStyle>
            <a:lvl1pPr>
              <a:defRPr sz="2000">
                <a:solidFill>
                  <a:schemeClr val="tx1"/>
                </a:solidFill>
              </a:defRPr>
            </a:lvl1pPr>
            <a:lvl2pPr>
              <a:defRPr sz="1800">
                <a:solidFill>
                  <a:schemeClr val="tx1"/>
                </a:solidFill>
              </a:defRPr>
            </a:lvl2pPr>
            <a:lvl3pPr>
              <a:defRPr sz="1600">
                <a:solidFill>
                  <a:schemeClr val="tx1"/>
                </a:solidFill>
              </a:defRPr>
            </a:lvl3pPr>
          </a:lstStyle>
          <a:p>
            <a:pPr lvl="0"/>
            <a:r>
              <a:rPr lang="en-US"/>
              <a:t>Click to edit Master text styles</a:t>
            </a:r>
          </a:p>
          <a:p>
            <a:pPr lvl="1"/>
            <a:r>
              <a:rPr lang="en-US"/>
              <a:t>Second level</a:t>
            </a:r>
          </a:p>
          <a:p>
            <a:pPr lvl="2"/>
            <a:r>
              <a:rPr lang="en-US"/>
              <a:t>Third level</a:t>
            </a:r>
          </a:p>
        </p:txBody>
      </p:sp>
      <p:sp>
        <p:nvSpPr>
          <p:cNvPr id="9" name="Slide Number Placeholder 8">
            <a:extLst>
              <a:ext uri="{FF2B5EF4-FFF2-40B4-BE49-F238E27FC236}">
                <a16:creationId xmlns:a16="http://schemas.microsoft.com/office/drawing/2014/main" id="{35E4CA1C-60E6-AA91-1200-FBB210864144}"/>
              </a:ext>
            </a:extLst>
          </p:cNvPr>
          <p:cNvSpPr>
            <a:spLocks noGrp="1"/>
          </p:cNvSpPr>
          <p:nvPr>
            <p:ph type="sldNum" sz="quarter" idx="15"/>
          </p:nvPr>
        </p:nvSpPr>
        <p:spPr>
          <a:xfrm>
            <a:off x="261324" y="6380841"/>
            <a:ext cx="360986" cy="154181"/>
          </a:xfrm>
          <a:prstGeom prst="rect">
            <a:avLst/>
          </a:prstGeom>
        </p:spPr>
        <p:txBody>
          <a:bodyPr/>
          <a:lstStyle/>
          <a:p>
            <a:fld id="{A1386E00-FEB9-4948-8786-D40D5ED0BD9B}" type="slidenum">
              <a:rPr lang="en-US" smtClean="0"/>
              <a:pPr/>
              <a:t>‹#›</a:t>
            </a:fld>
            <a:endParaRPr lang="en-US"/>
          </a:p>
        </p:txBody>
      </p:sp>
      <p:pic>
        <p:nvPicPr>
          <p:cNvPr id="7" name="Picture 6" descr="A blue and black text box&#10;&#10;Description automatically generated with medium confidence">
            <a:extLst>
              <a:ext uri="{FF2B5EF4-FFF2-40B4-BE49-F238E27FC236}">
                <a16:creationId xmlns:a16="http://schemas.microsoft.com/office/drawing/2014/main" id="{90B5AF7B-584C-0209-3E90-2B4EE94EE3DD}"/>
              </a:ext>
            </a:extLst>
          </p:cNvPr>
          <p:cNvPicPr/>
          <p:nvPr userDrawn="1"/>
        </p:nvPicPr>
        <p:blipFill>
          <a:blip r:embed="rId3"/>
          <a:stretch>
            <a:fillRect/>
          </a:stretch>
        </p:blipFill>
        <p:spPr>
          <a:xfrm>
            <a:off x="11094915" y="6335769"/>
            <a:ext cx="699048" cy="174762"/>
          </a:xfrm>
          <a:prstGeom prst="rect">
            <a:avLst/>
          </a:prstGeom>
        </p:spPr>
      </p:pic>
    </p:spTree>
    <p:extLst>
      <p:ext uri="{BB962C8B-B14F-4D97-AF65-F5344CB8AC3E}">
        <p14:creationId xmlns:p14="http://schemas.microsoft.com/office/powerpoint/2010/main" val="35660543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4_Title Subtitl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B18A85DB-022F-DF5A-4D92-5256EFD0B78E}"/>
              </a:ext>
            </a:extLst>
          </p:cNvPr>
          <p:cNvGrpSpPr/>
          <p:nvPr userDrawn="1"/>
        </p:nvGrpSpPr>
        <p:grpSpPr>
          <a:xfrm>
            <a:off x="0" y="0"/>
            <a:ext cx="12192000" cy="6858000"/>
            <a:chOff x="0" y="0"/>
            <a:chExt cx="12192000" cy="6858000"/>
          </a:xfrm>
        </p:grpSpPr>
        <p:sp>
          <p:nvSpPr>
            <p:cNvPr id="5" name="Rectangle 4">
              <a:extLst>
                <a:ext uri="{FF2B5EF4-FFF2-40B4-BE49-F238E27FC236}">
                  <a16:creationId xmlns:a16="http://schemas.microsoft.com/office/drawing/2014/main" id="{A6745CAC-2BE7-2DCA-13E1-9DA971576B5D}"/>
                </a:ext>
              </a:extLst>
            </p:cNvPr>
            <p:cNvSpPr/>
            <p:nvPr/>
          </p:nvSpPr>
          <p:spPr>
            <a:xfrm>
              <a:off x="0" y="0"/>
              <a:ext cx="12192000" cy="6858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descr="A white background with black text&#10;&#10;Description automatically generated">
              <a:extLst>
                <a:ext uri="{FF2B5EF4-FFF2-40B4-BE49-F238E27FC236}">
                  <a16:creationId xmlns:a16="http://schemas.microsoft.com/office/drawing/2014/main" id="{46448D45-EF02-F58B-56A6-E8668B4B0F34}"/>
                </a:ext>
              </a:extLst>
            </p:cNvPr>
            <p:cNvPicPr/>
            <p:nvPr/>
          </p:nvPicPr>
          <p:blipFill rotWithShape="1">
            <a:blip r:embed="rId3"/>
            <a:srcRect r="1500" b="2222"/>
            <a:stretch/>
          </p:blipFill>
          <p:spPr>
            <a:xfrm>
              <a:off x="0" y="0"/>
              <a:ext cx="12009120" cy="6705600"/>
            </a:xfrm>
            <a:prstGeom prst="rect">
              <a:avLst/>
            </a:prstGeom>
          </p:spPr>
        </p:pic>
      </p:grpSp>
      <p:sp>
        <p:nvSpPr>
          <p:cNvPr id="6" name="Title 1">
            <a:extLst>
              <a:ext uri="{FF2B5EF4-FFF2-40B4-BE49-F238E27FC236}">
                <a16:creationId xmlns:a16="http://schemas.microsoft.com/office/drawing/2014/main" id="{21736F3E-A267-DDD8-C899-3BB73F7F4365}"/>
              </a:ext>
            </a:extLst>
          </p:cNvPr>
          <p:cNvSpPr>
            <a:spLocks noGrp="1"/>
          </p:cNvSpPr>
          <p:nvPr>
            <p:ph type="title"/>
          </p:nvPr>
        </p:nvSpPr>
        <p:spPr>
          <a:xfrm>
            <a:off x="635000" y="365125"/>
            <a:ext cx="10922000" cy="1325563"/>
          </a:xfrm>
          <a:prstGeom prst="rect">
            <a:avLst/>
          </a:prstGeom>
        </p:spPr>
        <p:txBody>
          <a:bodyPr>
            <a:normAutofit/>
          </a:bodyPr>
          <a:lstStyle>
            <a:lvl1pPr>
              <a:defRPr sz="4400">
                <a:solidFill>
                  <a:schemeClr val="tx1"/>
                </a:solidFill>
              </a:defRPr>
            </a:lvl1pPr>
          </a:lstStyle>
          <a:p>
            <a:r>
              <a:rPr lang="en-US"/>
              <a:t>Click to edit Master title style</a:t>
            </a:r>
          </a:p>
        </p:txBody>
      </p:sp>
      <p:sp>
        <p:nvSpPr>
          <p:cNvPr id="2" name="Text Placeholder 10">
            <a:extLst>
              <a:ext uri="{FF2B5EF4-FFF2-40B4-BE49-F238E27FC236}">
                <a16:creationId xmlns:a16="http://schemas.microsoft.com/office/drawing/2014/main" id="{D3371D69-4402-D861-7228-340765052B0E}"/>
              </a:ext>
            </a:extLst>
          </p:cNvPr>
          <p:cNvSpPr>
            <a:spLocks noGrp="1"/>
          </p:cNvSpPr>
          <p:nvPr>
            <p:ph type="body" sz="quarter" idx="12" hasCustomPrompt="1"/>
          </p:nvPr>
        </p:nvSpPr>
        <p:spPr>
          <a:xfrm>
            <a:off x="635001" y="1392320"/>
            <a:ext cx="10965328" cy="309971"/>
          </a:xfrm>
          <a:prstGeom prst="rect">
            <a:avLst/>
          </a:prstGeom>
        </p:spPr>
        <p:txBody>
          <a:bodyPr lIns="91440" tIns="45720" rIns="91440" bIns="45720" anchor="t">
            <a:noAutofit/>
          </a:bodyPr>
          <a:lstStyle>
            <a:lvl1pPr marL="0" indent="0">
              <a:lnSpc>
                <a:spcPct val="100000"/>
              </a:lnSpc>
              <a:buNone/>
              <a:defRPr sz="2400" b="0" i="0">
                <a:solidFill>
                  <a:schemeClr val="accent1"/>
                </a:solidFill>
                <a:latin typeface="Tenorite" pitchFamily="2" charset="0"/>
                <a:ea typeface="Tenorite" pitchFamily="2" charset="0"/>
                <a:cs typeface="Arial" charset="0"/>
              </a:defRPr>
            </a:lvl1pPr>
          </a:lstStyle>
          <a:p>
            <a:pPr lvl="0"/>
            <a:r>
              <a:rPr lang="en-US"/>
              <a:t>Click to edit slide subtitle</a:t>
            </a:r>
          </a:p>
        </p:txBody>
      </p:sp>
      <p:sp>
        <p:nvSpPr>
          <p:cNvPr id="12" name="Slide Number Placeholder 11">
            <a:extLst>
              <a:ext uri="{FF2B5EF4-FFF2-40B4-BE49-F238E27FC236}">
                <a16:creationId xmlns:a16="http://schemas.microsoft.com/office/drawing/2014/main" id="{9334BB6D-106E-EF59-8487-E2EAD6225940}"/>
              </a:ext>
            </a:extLst>
          </p:cNvPr>
          <p:cNvSpPr>
            <a:spLocks noGrp="1"/>
          </p:cNvSpPr>
          <p:nvPr>
            <p:ph type="sldNum" sz="quarter" idx="15"/>
          </p:nvPr>
        </p:nvSpPr>
        <p:spPr>
          <a:xfrm>
            <a:off x="261324" y="6380841"/>
            <a:ext cx="360986" cy="154181"/>
          </a:xfrm>
          <a:prstGeom prst="rect">
            <a:avLst/>
          </a:prstGeom>
        </p:spPr>
        <p:txBody>
          <a:bodyPr/>
          <a:lstStyle/>
          <a:p>
            <a:fld id="{A1386E00-FEB9-4948-8786-D40D5ED0BD9B}" type="slidenum">
              <a:rPr lang="en-US" smtClean="0"/>
              <a:pPr/>
              <a:t>‹#›</a:t>
            </a:fld>
            <a:endParaRPr lang="en-US"/>
          </a:p>
        </p:txBody>
      </p:sp>
      <p:pic>
        <p:nvPicPr>
          <p:cNvPr id="8" name="Picture 7" descr="A blue and black text box&#10;&#10;Description automatically generated with medium confidence">
            <a:extLst>
              <a:ext uri="{FF2B5EF4-FFF2-40B4-BE49-F238E27FC236}">
                <a16:creationId xmlns:a16="http://schemas.microsoft.com/office/drawing/2014/main" id="{13EC844B-F5A7-E911-D2D4-3F2AFEB12F04}"/>
              </a:ext>
            </a:extLst>
          </p:cNvPr>
          <p:cNvPicPr/>
          <p:nvPr userDrawn="1"/>
        </p:nvPicPr>
        <p:blipFill>
          <a:blip r:embed="rId4"/>
          <a:stretch>
            <a:fillRect/>
          </a:stretch>
        </p:blipFill>
        <p:spPr>
          <a:xfrm>
            <a:off x="11094915" y="6335769"/>
            <a:ext cx="699048" cy="174762"/>
          </a:xfrm>
          <a:prstGeom prst="rect">
            <a:avLst/>
          </a:prstGeom>
        </p:spPr>
      </p:pic>
      <p:sp>
        <p:nvSpPr>
          <p:cNvPr id="9" name="TextBox 8">
            <a:extLst>
              <a:ext uri="{FF2B5EF4-FFF2-40B4-BE49-F238E27FC236}">
                <a16:creationId xmlns:a16="http://schemas.microsoft.com/office/drawing/2014/main" id="{BFE8847F-BB7F-2E71-CCBD-8356AD4F3229}"/>
              </a:ext>
            </a:extLst>
          </p:cNvPr>
          <p:cNvSpPr txBox="1"/>
          <p:nvPr userDrawn="1"/>
        </p:nvSpPr>
        <p:spPr>
          <a:xfrm>
            <a:off x="618816" y="6327126"/>
            <a:ext cx="2433010" cy="261610"/>
          </a:xfrm>
          <a:prstGeom prst="rect">
            <a:avLst/>
          </a:prstGeom>
          <a:noFill/>
        </p:spPr>
        <p:txBody>
          <a:bodyPr wrap="square" rtlCol="0" anchor="ctr">
            <a:spAutoFit/>
          </a:bodyPr>
          <a:lstStyle/>
          <a:p>
            <a:pPr algn="l"/>
            <a:r>
              <a:rPr lang="en-US" sz="1100" b="0" i="0" spc="0">
                <a:solidFill>
                  <a:schemeClr val="bg1">
                    <a:lumMod val="75000"/>
                  </a:schemeClr>
                </a:solidFill>
                <a:effectLst/>
                <a:latin typeface="Tenorite" pitchFamily="2" charset="0"/>
              </a:rPr>
              <a:t>Confidential - Proprietary to AHEAD</a:t>
            </a:r>
            <a:endParaRPr lang="en-US" sz="1100" i="0" spc="0">
              <a:solidFill>
                <a:schemeClr val="bg1">
                  <a:lumMod val="75000"/>
                </a:schemeClr>
              </a:solidFill>
              <a:latin typeface="Tenorite" pitchFamily="2" charset="0"/>
            </a:endParaRPr>
          </a:p>
        </p:txBody>
      </p:sp>
    </p:spTree>
    <p:extLst>
      <p:ext uri="{BB962C8B-B14F-4D97-AF65-F5344CB8AC3E}">
        <p14:creationId xmlns:p14="http://schemas.microsoft.com/office/powerpoint/2010/main" val="17136375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2_Title Only">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5E24857-01C7-F69E-3649-4F3C3E34A85B}"/>
              </a:ext>
            </a:extLst>
          </p:cNvPr>
          <p:cNvSpPr/>
          <p:nvPr userDrawn="1"/>
        </p:nvSpPr>
        <p:spPr>
          <a:xfrm>
            <a:off x="0" y="0"/>
            <a:ext cx="12192000" cy="6858000"/>
          </a:xfrm>
          <a:prstGeom prst="rect">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DBE2C64D-0131-E7CA-7DD5-9BAA57884CED}"/>
              </a:ext>
            </a:extLst>
          </p:cNvPr>
          <p:cNvSpPr/>
          <p:nvPr userDrawn="1"/>
        </p:nvSpPr>
        <p:spPr>
          <a:xfrm>
            <a:off x="-2" y="6785811"/>
            <a:ext cx="12192001" cy="72188"/>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itle 1">
            <a:extLst>
              <a:ext uri="{FF2B5EF4-FFF2-40B4-BE49-F238E27FC236}">
                <a16:creationId xmlns:a16="http://schemas.microsoft.com/office/drawing/2014/main" id="{E0DA7158-47DF-AD17-9F89-E7F6CA95D4FF}"/>
              </a:ext>
            </a:extLst>
          </p:cNvPr>
          <p:cNvSpPr>
            <a:spLocks noGrp="1"/>
          </p:cNvSpPr>
          <p:nvPr>
            <p:ph type="title"/>
          </p:nvPr>
        </p:nvSpPr>
        <p:spPr>
          <a:xfrm>
            <a:off x="635000" y="365125"/>
            <a:ext cx="10922000" cy="1325563"/>
          </a:xfrm>
          <a:prstGeom prst="rect">
            <a:avLst/>
          </a:prstGeom>
        </p:spPr>
        <p:txBody>
          <a:bodyPr>
            <a:normAutofit/>
          </a:bodyPr>
          <a:lstStyle>
            <a:lvl1pPr>
              <a:defRPr sz="4400">
                <a:solidFill>
                  <a:schemeClr val="tx1"/>
                </a:solidFill>
              </a:defRPr>
            </a:lvl1pPr>
          </a:lstStyle>
          <a:p>
            <a:r>
              <a:rPr lang="en-US"/>
              <a:t>Click to edit Master title style</a:t>
            </a:r>
          </a:p>
        </p:txBody>
      </p:sp>
      <p:sp>
        <p:nvSpPr>
          <p:cNvPr id="7" name="Slide Number Placeholder 6">
            <a:extLst>
              <a:ext uri="{FF2B5EF4-FFF2-40B4-BE49-F238E27FC236}">
                <a16:creationId xmlns:a16="http://schemas.microsoft.com/office/drawing/2014/main" id="{D1104A3B-FDCA-62BD-D10F-B3C090AC1168}"/>
              </a:ext>
            </a:extLst>
          </p:cNvPr>
          <p:cNvSpPr>
            <a:spLocks noGrp="1"/>
          </p:cNvSpPr>
          <p:nvPr>
            <p:ph type="sldNum" sz="quarter" idx="12"/>
          </p:nvPr>
        </p:nvSpPr>
        <p:spPr>
          <a:xfrm>
            <a:off x="261324" y="6380841"/>
            <a:ext cx="360986" cy="154181"/>
          </a:xfrm>
          <a:prstGeom prst="rect">
            <a:avLst/>
          </a:prstGeom>
        </p:spPr>
        <p:txBody>
          <a:bodyPr/>
          <a:lstStyle/>
          <a:p>
            <a:fld id="{A1386E00-FEB9-4948-8786-D40D5ED0BD9B}" type="slidenum">
              <a:rPr lang="en-US" smtClean="0"/>
              <a:pPr/>
              <a:t>‹#›</a:t>
            </a:fld>
            <a:endParaRPr lang="en-US"/>
          </a:p>
        </p:txBody>
      </p:sp>
      <p:pic>
        <p:nvPicPr>
          <p:cNvPr id="6" name="Picture 5" descr="A blue and black text box&#10;&#10;Description automatically generated with medium confidence">
            <a:extLst>
              <a:ext uri="{FF2B5EF4-FFF2-40B4-BE49-F238E27FC236}">
                <a16:creationId xmlns:a16="http://schemas.microsoft.com/office/drawing/2014/main" id="{45FCC12B-954B-4E53-5D93-823C0FF870B8}"/>
              </a:ext>
            </a:extLst>
          </p:cNvPr>
          <p:cNvPicPr/>
          <p:nvPr userDrawn="1"/>
        </p:nvPicPr>
        <p:blipFill>
          <a:blip r:embed="rId3"/>
          <a:stretch>
            <a:fillRect/>
          </a:stretch>
        </p:blipFill>
        <p:spPr>
          <a:xfrm>
            <a:off x="11094915" y="6335769"/>
            <a:ext cx="699048" cy="174762"/>
          </a:xfrm>
          <a:prstGeom prst="rect">
            <a:avLst/>
          </a:prstGeom>
        </p:spPr>
      </p:pic>
    </p:spTree>
    <p:extLst>
      <p:ext uri="{BB962C8B-B14F-4D97-AF65-F5344CB8AC3E}">
        <p14:creationId xmlns:p14="http://schemas.microsoft.com/office/powerpoint/2010/main" val="2033803704"/>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5_Title Subtitl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4E136A24-7693-E988-4042-387DD59C8BD0}"/>
              </a:ext>
            </a:extLst>
          </p:cNvPr>
          <p:cNvSpPr/>
          <p:nvPr userDrawn="1"/>
        </p:nvSpPr>
        <p:spPr>
          <a:xfrm>
            <a:off x="0" y="0"/>
            <a:ext cx="12192000" cy="6858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descr="A white background with black text&#10;&#10;Description automatically generated">
            <a:extLst>
              <a:ext uri="{FF2B5EF4-FFF2-40B4-BE49-F238E27FC236}">
                <a16:creationId xmlns:a16="http://schemas.microsoft.com/office/drawing/2014/main" id="{C19BD2E2-C104-6500-0811-107574DB7863}"/>
              </a:ext>
            </a:extLst>
          </p:cNvPr>
          <p:cNvPicPr/>
          <p:nvPr userDrawn="1"/>
        </p:nvPicPr>
        <p:blipFill rotWithShape="1">
          <a:blip r:embed="rId3"/>
          <a:srcRect r="1500" b="2222"/>
          <a:stretch/>
        </p:blipFill>
        <p:spPr>
          <a:xfrm>
            <a:off x="0" y="0"/>
            <a:ext cx="12009120" cy="6705600"/>
          </a:xfrm>
          <a:prstGeom prst="rect">
            <a:avLst/>
          </a:prstGeom>
        </p:spPr>
      </p:pic>
      <p:sp>
        <p:nvSpPr>
          <p:cNvPr id="7" name="Title 1">
            <a:extLst>
              <a:ext uri="{FF2B5EF4-FFF2-40B4-BE49-F238E27FC236}">
                <a16:creationId xmlns:a16="http://schemas.microsoft.com/office/drawing/2014/main" id="{7DAA4E08-EE73-4376-759E-D410451D233C}"/>
              </a:ext>
            </a:extLst>
          </p:cNvPr>
          <p:cNvSpPr>
            <a:spLocks noGrp="1"/>
          </p:cNvSpPr>
          <p:nvPr>
            <p:ph type="title"/>
          </p:nvPr>
        </p:nvSpPr>
        <p:spPr>
          <a:xfrm>
            <a:off x="635000" y="365125"/>
            <a:ext cx="10922000" cy="1325563"/>
          </a:xfrm>
          <a:prstGeom prst="rect">
            <a:avLst/>
          </a:prstGeom>
        </p:spPr>
        <p:txBody>
          <a:bodyPr>
            <a:normAutofit/>
          </a:bodyPr>
          <a:lstStyle>
            <a:lvl1pPr>
              <a:defRPr sz="4400">
                <a:solidFill>
                  <a:schemeClr val="tx1"/>
                </a:solidFill>
              </a:defRPr>
            </a:lvl1pPr>
          </a:lstStyle>
          <a:p>
            <a:r>
              <a:rPr lang="en-US"/>
              <a:t>Click to edit Master title style</a:t>
            </a:r>
          </a:p>
        </p:txBody>
      </p:sp>
      <p:sp>
        <p:nvSpPr>
          <p:cNvPr id="10" name="Text Placeholder 10">
            <a:extLst>
              <a:ext uri="{FF2B5EF4-FFF2-40B4-BE49-F238E27FC236}">
                <a16:creationId xmlns:a16="http://schemas.microsoft.com/office/drawing/2014/main" id="{564CC8C9-E470-DB41-70CA-9F82DA04ECBD}"/>
              </a:ext>
            </a:extLst>
          </p:cNvPr>
          <p:cNvSpPr>
            <a:spLocks noGrp="1"/>
          </p:cNvSpPr>
          <p:nvPr>
            <p:ph type="body" sz="quarter" idx="12" hasCustomPrompt="1"/>
          </p:nvPr>
        </p:nvSpPr>
        <p:spPr>
          <a:xfrm>
            <a:off x="635001" y="1690688"/>
            <a:ext cx="10965328" cy="309971"/>
          </a:xfrm>
          <a:prstGeom prst="rect">
            <a:avLst/>
          </a:prstGeom>
        </p:spPr>
        <p:txBody>
          <a:bodyPr lIns="91440" tIns="45720" rIns="91440" bIns="45720" anchor="t">
            <a:noAutofit/>
          </a:bodyPr>
          <a:lstStyle>
            <a:lvl1pPr marL="0" indent="0">
              <a:lnSpc>
                <a:spcPct val="100000"/>
              </a:lnSpc>
              <a:buNone/>
              <a:defRPr sz="2400" b="0" i="0">
                <a:solidFill>
                  <a:schemeClr val="accent1"/>
                </a:solidFill>
                <a:latin typeface="Tenorite" pitchFamily="2" charset="0"/>
                <a:ea typeface="Tenorite" pitchFamily="2" charset="0"/>
                <a:cs typeface="Arial" charset="0"/>
              </a:defRPr>
            </a:lvl1pPr>
          </a:lstStyle>
          <a:p>
            <a:pPr lvl="0"/>
            <a:r>
              <a:rPr lang="en-US"/>
              <a:t>Click to edit slide subtitle</a:t>
            </a:r>
          </a:p>
        </p:txBody>
      </p:sp>
      <p:sp>
        <p:nvSpPr>
          <p:cNvPr id="4" name="Content Placeholder 3">
            <a:extLst>
              <a:ext uri="{FF2B5EF4-FFF2-40B4-BE49-F238E27FC236}">
                <a16:creationId xmlns:a16="http://schemas.microsoft.com/office/drawing/2014/main" id="{8802E50C-B87D-4AF2-7B80-B273A175F608}"/>
              </a:ext>
            </a:extLst>
          </p:cNvPr>
          <p:cNvSpPr>
            <a:spLocks noGrp="1"/>
          </p:cNvSpPr>
          <p:nvPr>
            <p:ph sz="quarter" idx="13"/>
          </p:nvPr>
        </p:nvSpPr>
        <p:spPr>
          <a:xfrm>
            <a:off x="635000" y="2187575"/>
            <a:ext cx="10964863" cy="380841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Slide Number Placeholder 10">
            <a:extLst>
              <a:ext uri="{FF2B5EF4-FFF2-40B4-BE49-F238E27FC236}">
                <a16:creationId xmlns:a16="http://schemas.microsoft.com/office/drawing/2014/main" id="{FFAEDBDF-B2A3-5EA2-FB87-B838A2EBF895}"/>
              </a:ext>
            </a:extLst>
          </p:cNvPr>
          <p:cNvSpPr>
            <a:spLocks noGrp="1"/>
          </p:cNvSpPr>
          <p:nvPr>
            <p:ph type="sldNum" sz="quarter" idx="16"/>
          </p:nvPr>
        </p:nvSpPr>
        <p:spPr>
          <a:xfrm>
            <a:off x="261324" y="6380841"/>
            <a:ext cx="360986" cy="154181"/>
          </a:xfrm>
          <a:prstGeom prst="rect">
            <a:avLst/>
          </a:prstGeom>
        </p:spPr>
        <p:txBody>
          <a:bodyPr/>
          <a:lstStyle/>
          <a:p>
            <a:fld id="{A1386E00-FEB9-4948-8786-D40D5ED0BD9B}" type="slidenum">
              <a:rPr lang="en-US" smtClean="0"/>
              <a:pPr/>
              <a:t>‹#›</a:t>
            </a:fld>
            <a:endParaRPr lang="en-US"/>
          </a:p>
        </p:txBody>
      </p:sp>
      <p:pic>
        <p:nvPicPr>
          <p:cNvPr id="5" name="Picture 4" descr="A blue and black text box&#10;&#10;Description automatically generated with medium confidence">
            <a:extLst>
              <a:ext uri="{FF2B5EF4-FFF2-40B4-BE49-F238E27FC236}">
                <a16:creationId xmlns:a16="http://schemas.microsoft.com/office/drawing/2014/main" id="{0A9ECBF5-221E-AD34-1F94-3C717C1E8D7A}"/>
              </a:ext>
            </a:extLst>
          </p:cNvPr>
          <p:cNvPicPr/>
          <p:nvPr userDrawn="1"/>
        </p:nvPicPr>
        <p:blipFill>
          <a:blip r:embed="rId4"/>
          <a:stretch>
            <a:fillRect/>
          </a:stretch>
        </p:blipFill>
        <p:spPr>
          <a:xfrm>
            <a:off x="11094915" y="6335769"/>
            <a:ext cx="699048" cy="174762"/>
          </a:xfrm>
          <a:prstGeom prst="rect">
            <a:avLst/>
          </a:prstGeom>
        </p:spPr>
      </p:pic>
    </p:spTree>
    <p:extLst>
      <p:ext uri="{BB962C8B-B14F-4D97-AF65-F5344CB8AC3E}">
        <p14:creationId xmlns:p14="http://schemas.microsoft.com/office/powerpoint/2010/main" val="38319822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1_Titl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9B13850F-1711-A8B4-6DB6-F5FC12384439}"/>
              </a:ext>
            </a:extLst>
          </p:cNvPr>
          <p:cNvSpPr/>
          <p:nvPr userDrawn="1"/>
        </p:nvSpPr>
        <p:spPr>
          <a:xfrm>
            <a:off x="0" y="0"/>
            <a:ext cx="12192000" cy="6858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A white background with black text&#10;&#10;Description automatically generated">
            <a:extLst>
              <a:ext uri="{FF2B5EF4-FFF2-40B4-BE49-F238E27FC236}">
                <a16:creationId xmlns:a16="http://schemas.microsoft.com/office/drawing/2014/main" id="{6ED0331D-20D8-12BA-DB51-9BC79F810348}"/>
              </a:ext>
            </a:extLst>
          </p:cNvPr>
          <p:cNvPicPr/>
          <p:nvPr userDrawn="1"/>
        </p:nvPicPr>
        <p:blipFill rotWithShape="1">
          <a:blip r:embed="rId3"/>
          <a:srcRect r="1500" b="2222"/>
          <a:stretch/>
        </p:blipFill>
        <p:spPr>
          <a:xfrm>
            <a:off x="0" y="0"/>
            <a:ext cx="12009120" cy="6705600"/>
          </a:xfrm>
          <a:prstGeom prst="rect">
            <a:avLst/>
          </a:prstGeom>
        </p:spPr>
      </p:pic>
      <p:pic>
        <p:nvPicPr>
          <p:cNvPr id="5" name="Picture 4" descr="A blue and black text box&#10;&#10;Description automatically generated with medium confidence">
            <a:extLst>
              <a:ext uri="{FF2B5EF4-FFF2-40B4-BE49-F238E27FC236}">
                <a16:creationId xmlns:a16="http://schemas.microsoft.com/office/drawing/2014/main" id="{B8C376FD-AEFD-2188-3D1A-7F8125853024}"/>
              </a:ext>
            </a:extLst>
          </p:cNvPr>
          <p:cNvPicPr/>
          <p:nvPr userDrawn="1"/>
        </p:nvPicPr>
        <p:blipFill>
          <a:blip r:embed="rId4"/>
          <a:stretch>
            <a:fillRect/>
          </a:stretch>
        </p:blipFill>
        <p:spPr>
          <a:xfrm>
            <a:off x="11094915" y="6335769"/>
            <a:ext cx="699048" cy="174762"/>
          </a:xfrm>
          <a:prstGeom prst="rect">
            <a:avLst/>
          </a:prstGeom>
        </p:spPr>
      </p:pic>
      <p:sp>
        <p:nvSpPr>
          <p:cNvPr id="2" name="Title 1">
            <a:extLst>
              <a:ext uri="{FF2B5EF4-FFF2-40B4-BE49-F238E27FC236}">
                <a16:creationId xmlns:a16="http://schemas.microsoft.com/office/drawing/2014/main" id="{E1B22FCE-EDF6-475E-8C40-82EBCF91620B}"/>
              </a:ext>
            </a:extLst>
          </p:cNvPr>
          <p:cNvSpPr>
            <a:spLocks noGrp="1"/>
          </p:cNvSpPr>
          <p:nvPr>
            <p:ph type="title"/>
          </p:nvPr>
        </p:nvSpPr>
        <p:spPr/>
        <p:txBody>
          <a:bodyPr/>
          <a:lstStyle>
            <a:lvl1pPr>
              <a:defRPr>
                <a:solidFill>
                  <a:schemeClr val="tx1"/>
                </a:solidFill>
              </a:defRPr>
            </a:lvl1pPr>
          </a:lstStyle>
          <a:p>
            <a:r>
              <a:rPr lang="en-US"/>
              <a:t>Click to edit Master title style</a:t>
            </a:r>
          </a:p>
        </p:txBody>
      </p:sp>
      <p:sp>
        <p:nvSpPr>
          <p:cNvPr id="8" name="Slide Number Placeholder 7">
            <a:extLst>
              <a:ext uri="{FF2B5EF4-FFF2-40B4-BE49-F238E27FC236}">
                <a16:creationId xmlns:a16="http://schemas.microsoft.com/office/drawing/2014/main" id="{D2936E07-4539-C762-D3B0-FD975D7FD572}"/>
              </a:ext>
            </a:extLst>
          </p:cNvPr>
          <p:cNvSpPr>
            <a:spLocks noGrp="1"/>
          </p:cNvSpPr>
          <p:nvPr>
            <p:ph type="sldNum" sz="quarter" idx="12"/>
          </p:nvPr>
        </p:nvSpPr>
        <p:spPr>
          <a:xfrm>
            <a:off x="261324" y="6380841"/>
            <a:ext cx="360986" cy="154181"/>
          </a:xfrm>
          <a:prstGeom prst="rect">
            <a:avLst/>
          </a:prstGeom>
        </p:spPr>
        <p:txBody>
          <a:bodyPr/>
          <a:lstStyle/>
          <a:p>
            <a:fld id="{A1386E00-FEB9-4948-8786-D40D5ED0BD9B}" type="slidenum">
              <a:rPr lang="en-US" smtClean="0"/>
              <a:pPr/>
              <a:t>‹#›</a:t>
            </a:fld>
            <a:endParaRPr lang="en-US"/>
          </a:p>
        </p:txBody>
      </p:sp>
    </p:spTree>
    <p:extLst>
      <p:ext uri="{BB962C8B-B14F-4D97-AF65-F5344CB8AC3E}">
        <p14:creationId xmlns:p14="http://schemas.microsoft.com/office/powerpoint/2010/main" val="220709582"/>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1_Transition 1">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4984C4BA-5DA9-EE51-39A5-578D17CEB445}"/>
              </a:ext>
            </a:extLst>
          </p:cNvPr>
          <p:cNvSpPr/>
          <p:nvPr userDrawn="1"/>
        </p:nvSpPr>
        <p:spPr>
          <a:xfrm>
            <a:off x="0" y="0"/>
            <a:ext cx="12192000" cy="6858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 Placeholder 7">
            <a:extLst>
              <a:ext uri="{FF2B5EF4-FFF2-40B4-BE49-F238E27FC236}">
                <a16:creationId xmlns:a16="http://schemas.microsoft.com/office/drawing/2014/main" id="{59A9D157-2192-5A43-8E49-D769F6C7C166}"/>
              </a:ext>
            </a:extLst>
          </p:cNvPr>
          <p:cNvSpPr>
            <a:spLocks noGrp="1"/>
          </p:cNvSpPr>
          <p:nvPr>
            <p:ph type="body" sz="quarter" idx="10" hasCustomPrompt="1"/>
          </p:nvPr>
        </p:nvSpPr>
        <p:spPr>
          <a:xfrm>
            <a:off x="816736" y="1709738"/>
            <a:ext cx="9143999" cy="2852737"/>
          </a:xfrm>
          <a:prstGeom prst="rect">
            <a:avLst/>
          </a:prstGeom>
        </p:spPr>
        <p:txBody>
          <a:bodyPr anchor="b">
            <a:noAutofit/>
          </a:bodyPr>
          <a:lstStyle>
            <a:lvl1pPr marL="0" indent="0" algn="l">
              <a:lnSpc>
                <a:spcPct val="90000"/>
              </a:lnSpc>
              <a:spcBef>
                <a:spcPts val="0"/>
              </a:spcBef>
              <a:buNone/>
              <a:defRPr sz="6000" b="0" i="0">
                <a:solidFill>
                  <a:schemeClr val="bg1"/>
                </a:solidFill>
                <a:latin typeface="+mj-lt"/>
                <a:ea typeface="Helvetica Neue" charset="0"/>
                <a:cs typeface="Arial" panose="020B0604020202020204" pitchFamily="34" charset="0"/>
              </a:defRPr>
            </a:lvl1pPr>
            <a:lvl2pPr marL="456771" indent="0">
              <a:buNone/>
              <a:defRPr/>
            </a:lvl2pPr>
            <a:lvl3pPr marL="913554" indent="0">
              <a:buNone/>
              <a:defRPr/>
            </a:lvl3pPr>
            <a:lvl4pPr marL="1370326" indent="0">
              <a:buNone/>
              <a:defRPr/>
            </a:lvl4pPr>
            <a:lvl5pPr marL="1827104" indent="0">
              <a:buNone/>
              <a:defRPr/>
            </a:lvl5pPr>
          </a:lstStyle>
          <a:p>
            <a:pPr lvl="0"/>
            <a:r>
              <a:rPr lang="en-US"/>
              <a:t>Transition Slide</a:t>
            </a:r>
          </a:p>
        </p:txBody>
      </p:sp>
      <p:sp>
        <p:nvSpPr>
          <p:cNvPr id="5" name="Text Placeholder 7">
            <a:extLst>
              <a:ext uri="{FF2B5EF4-FFF2-40B4-BE49-F238E27FC236}">
                <a16:creationId xmlns:a16="http://schemas.microsoft.com/office/drawing/2014/main" id="{4E902F40-B6AE-D547-B67E-7C4B08C6C339}"/>
              </a:ext>
            </a:extLst>
          </p:cNvPr>
          <p:cNvSpPr>
            <a:spLocks noGrp="1"/>
          </p:cNvSpPr>
          <p:nvPr>
            <p:ph type="body" sz="quarter" idx="11" hasCustomPrompt="1"/>
          </p:nvPr>
        </p:nvSpPr>
        <p:spPr>
          <a:xfrm>
            <a:off x="823781" y="4849404"/>
            <a:ext cx="9136954" cy="933560"/>
          </a:xfrm>
          <a:prstGeom prst="rect">
            <a:avLst/>
          </a:prstGeom>
        </p:spPr>
        <p:txBody>
          <a:bodyPr>
            <a:noAutofit/>
          </a:bodyPr>
          <a:lstStyle>
            <a:lvl1pPr marL="0" indent="0" algn="l">
              <a:lnSpc>
                <a:spcPct val="90000"/>
              </a:lnSpc>
              <a:spcBef>
                <a:spcPts val="0"/>
              </a:spcBef>
              <a:buNone/>
              <a:defRPr sz="2800" b="0" i="0" baseline="0">
                <a:solidFill>
                  <a:schemeClr val="tx1"/>
                </a:solidFill>
                <a:latin typeface="+mj-lt"/>
                <a:ea typeface="Helvetica Neue" charset="0"/>
                <a:cs typeface="Arial" panose="020B0604020202020204" pitchFamily="34" charset="0"/>
              </a:defRPr>
            </a:lvl1pPr>
            <a:lvl2pPr marL="456771" indent="0">
              <a:buNone/>
              <a:defRPr/>
            </a:lvl2pPr>
            <a:lvl3pPr marL="913554" indent="0">
              <a:buNone/>
              <a:defRPr/>
            </a:lvl3pPr>
            <a:lvl4pPr marL="1370326" indent="0">
              <a:buNone/>
              <a:defRPr/>
            </a:lvl4pPr>
            <a:lvl5pPr marL="1827104" indent="0">
              <a:buNone/>
              <a:defRPr/>
            </a:lvl5pPr>
          </a:lstStyle>
          <a:p>
            <a:pPr lvl="0"/>
            <a:r>
              <a:rPr lang="en-US"/>
              <a:t>Transition Subtitle</a:t>
            </a:r>
          </a:p>
        </p:txBody>
      </p:sp>
      <p:pic>
        <p:nvPicPr>
          <p:cNvPr id="3" name="Content Placeholder 4">
            <a:extLst>
              <a:ext uri="{FF2B5EF4-FFF2-40B4-BE49-F238E27FC236}">
                <a16:creationId xmlns:a16="http://schemas.microsoft.com/office/drawing/2014/main" id="{7BBC10E4-5C3A-FCF5-12FA-E51E1BA6A7A0}"/>
              </a:ext>
            </a:extLst>
          </p:cNvPr>
          <p:cNvPicPr>
            <a:picLocks noGrp="1" noRot="1" noMove="1" noResize="1" noEditPoints="1" noAdjustHandles="1" noChangeArrowheads="1" noChangeShapeType="1" noCrop="1"/>
          </p:cNvPicPr>
          <p:nvPr userDrawn="1"/>
        </p:nvPicPr>
        <p:blipFill>
          <a:blip r:embed="rId3">
            <a:extLst>
              <a:ext uri="{96DAC541-7B7A-43D3-8B79-37D633B846F1}">
                <asvg:svgBlip xmlns:asvg="http://schemas.microsoft.com/office/drawing/2016/SVG/main" r:embed="rId4"/>
              </a:ext>
            </a:extLst>
          </a:blip>
          <a:stretch>
            <a:fillRect/>
          </a:stretch>
        </p:blipFill>
        <p:spPr>
          <a:xfrm>
            <a:off x="10526690" y="4206255"/>
            <a:ext cx="317424" cy="712440"/>
          </a:xfrm>
          <a:prstGeom prst="rect">
            <a:avLst/>
          </a:prstGeom>
        </p:spPr>
      </p:pic>
      <p:sp>
        <p:nvSpPr>
          <p:cNvPr id="11" name="Slide Number Placeholder 10">
            <a:extLst>
              <a:ext uri="{FF2B5EF4-FFF2-40B4-BE49-F238E27FC236}">
                <a16:creationId xmlns:a16="http://schemas.microsoft.com/office/drawing/2014/main" id="{3E8775B9-6122-2287-04F3-E3A315812391}"/>
              </a:ext>
            </a:extLst>
          </p:cNvPr>
          <p:cNvSpPr>
            <a:spLocks noGrp="1"/>
          </p:cNvSpPr>
          <p:nvPr>
            <p:ph type="sldNum" sz="quarter" idx="14"/>
          </p:nvPr>
        </p:nvSpPr>
        <p:spPr>
          <a:xfrm>
            <a:off x="261324" y="6380841"/>
            <a:ext cx="360986" cy="154181"/>
          </a:xfrm>
          <a:prstGeom prst="rect">
            <a:avLst/>
          </a:prstGeom>
        </p:spPr>
        <p:txBody>
          <a:bodyPr/>
          <a:lstStyle>
            <a:lvl1pPr>
              <a:defRPr>
                <a:solidFill>
                  <a:schemeClr val="bg1"/>
                </a:solidFill>
              </a:defRPr>
            </a:lvl1pPr>
          </a:lstStyle>
          <a:p>
            <a:fld id="{A1386E00-FEB9-4948-8786-D40D5ED0BD9B}" type="slidenum">
              <a:rPr lang="en-US" smtClean="0"/>
              <a:pPr/>
              <a:t>‹#›</a:t>
            </a:fld>
            <a:endParaRPr lang="en-US"/>
          </a:p>
        </p:txBody>
      </p:sp>
      <p:pic>
        <p:nvPicPr>
          <p:cNvPr id="6" name="Picture 5">
            <a:extLst>
              <a:ext uri="{FF2B5EF4-FFF2-40B4-BE49-F238E27FC236}">
                <a16:creationId xmlns:a16="http://schemas.microsoft.com/office/drawing/2014/main" id="{A92A6BC0-EC9F-0F10-E479-674ADA544EAB}"/>
              </a:ext>
            </a:extLst>
          </p:cNvPr>
          <p:cNvPicPr>
            <a:picLocks noChangeAspect="1"/>
          </p:cNvPicPr>
          <p:nvPr userDrawn="1"/>
        </p:nvPicPr>
        <p:blipFill>
          <a:blip r:embed="rId5"/>
          <a:srcRect/>
          <a:stretch/>
        </p:blipFill>
        <p:spPr>
          <a:xfrm>
            <a:off x="11094915" y="6335769"/>
            <a:ext cx="699048" cy="174762"/>
          </a:xfrm>
          <a:prstGeom prst="rect">
            <a:avLst/>
          </a:prstGeom>
        </p:spPr>
      </p:pic>
    </p:spTree>
    <p:extLst>
      <p:ext uri="{BB962C8B-B14F-4D97-AF65-F5344CB8AC3E}">
        <p14:creationId xmlns:p14="http://schemas.microsoft.com/office/powerpoint/2010/main" val="1812907264"/>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twoObj" preserve="1">
  <p:cSld name="1_Two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D16EA4E1-A210-32EA-6CAA-FC6B651D590A}"/>
              </a:ext>
            </a:extLst>
          </p:cNvPr>
          <p:cNvSpPr/>
          <p:nvPr userDrawn="1"/>
        </p:nvSpPr>
        <p:spPr>
          <a:xfrm>
            <a:off x="0" y="0"/>
            <a:ext cx="12192000" cy="6858000"/>
          </a:xfrm>
          <a:prstGeom prst="rect">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88BED7FC-0433-6687-49B9-50723DC35CAF}"/>
              </a:ext>
            </a:extLst>
          </p:cNvPr>
          <p:cNvSpPr/>
          <p:nvPr userDrawn="1"/>
        </p:nvSpPr>
        <p:spPr>
          <a:xfrm>
            <a:off x="-2" y="6785811"/>
            <a:ext cx="12192001" cy="72188"/>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descr="A blue and black text box&#10;&#10;Description automatically generated with medium confidence">
            <a:extLst>
              <a:ext uri="{FF2B5EF4-FFF2-40B4-BE49-F238E27FC236}">
                <a16:creationId xmlns:a16="http://schemas.microsoft.com/office/drawing/2014/main" id="{1FE948A4-1C07-A0C0-DEAF-73D0B979DD84}"/>
              </a:ext>
            </a:extLst>
          </p:cNvPr>
          <p:cNvPicPr/>
          <p:nvPr userDrawn="1"/>
        </p:nvPicPr>
        <p:blipFill>
          <a:blip r:embed="rId3"/>
          <a:stretch>
            <a:fillRect/>
          </a:stretch>
        </p:blipFill>
        <p:spPr>
          <a:xfrm>
            <a:off x="11094915" y="6335769"/>
            <a:ext cx="699048" cy="174762"/>
          </a:xfrm>
          <a:prstGeom prst="rect">
            <a:avLst/>
          </a:prstGeom>
        </p:spPr>
      </p:pic>
      <p:sp>
        <p:nvSpPr>
          <p:cNvPr id="2" name="Title 1">
            <a:extLst>
              <a:ext uri="{FF2B5EF4-FFF2-40B4-BE49-F238E27FC236}">
                <a16:creationId xmlns:a16="http://schemas.microsoft.com/office/drawing/2014/main" id="{D35EDD62-9F53-B167-A293-E35EBB072B7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3EA4EA6-467A-BE8C-5D7D-5DF3FE54B8C5}"/>
              </a:ext>
            </a:extLst>
          </p:cNvPr>
          <p:cNvSpPr>
            <a:spLocks noGrp="1"/>
          </p:cNvSpPr>
          <p:nvPr>
            <p:ph sz="half" idx="1"/>
          </p:nvPr>
        </p:nvSpPr>
        <p:spPr>
          <a:xfrm>
            <a:off x="635000" y="1825625"/>
            <a:ext cx="53848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363FE965-43F6-A2B2-0493-3C7B1239514F}"/>
              </a:ext>
            </a:extLst>
          </p:cNvPr>
          <p:cNvSpPr>
            <a:spLocks noGrp="1"/>
          </p:cNvSpPr>
          <p:nvPr>
            <p:ph sz="half" idx="2"/>
          </p:nvPr>
        </p:nvSpPr>
        <p:spPr>
          <a:xfrm>
            <a:off x="6172200" y="1825625"/>
            <a:ext cx="53848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Slide Number Placeholder 9">
            <a:extLst>
              <a:ext uri="{FF2B5EF4-FFF2-40B4-BE49-F238E27FC236}">
                <a16:creationId xmlns:a16="http://schemas.microsoft.com/office/drawing/2014/main" id="{5B1448B1-B8B9-7A3A-155C-095A1FD384D6}"/>
              </a:ext>
            </a:extLst>
          </p:cNvPr>
          <p:cNvSpPr>
            <a:spLocks noGrp="1"/>
          </p:cNvSpPr>
          <p:nvPr>
            <p:ph type="sldNum" sz="quarter" idx="12"/>
          </p:nvPr>
        </p:nvSpPr>
        <p:spPr>
          <a:xfrm>
            <a:off x="261324" y="6380841"/>
            <a:ext cx="360986" cy="154181"/>
          </a:xfrm>
          <a:prstGeom prst="rect">
            <a:avLst/>
          </a:prstGeom>
        </p:spPr>
        <p:txBody>
          <a:bodyPr/>
          <a:lstStyle/>
          <a:p>
            <a:fld id="{A1386E00-FEB9-4948-8786-D40D5ED0BD9B}" type="slidenum">
              <a:rPr lang="en-US" smtClean="0"/>
              <a:pPr/>
              <a:t>‹#›</a:t>
            </a:fld>
            <a:endParaRPr lang="en-US"/>
          </a:p>
        </p:txBody>
      </p:sp>
    </p:spTree>
    <p:extLst>
      <p:ext uri="{BB962C8B-B14F-4D97-AF65-F5344CB8AC3E}">
        <p14:creationId xmlns:p14="http://schemas.microsoft.com/office/powerpoint/2010/main" val="2571889978"/>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1_Compariso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C3B8B137-C798-6DF8-1524-E911404BA8C5}"/>
              </a:ext>
            </a:extLst>
          </p:cNvPr>
          <p:cNvGrpSpPr/>
          <p:nvPr userDrawn="1"/>
        </p:nvGrpSpPr>
        <p:grpSpPr>
          <a:xfrm>
            <a:off x="0" y="0"/>
            <a:ext cx="12192000" cy="6858000"/>
            <a:chOff x="0" y="0"/>
            <a:chExt cx="12192000" cy="6858000"/>
          </a:xfrm>
        </p:grpSpPr>
        <p:sp>
          <p:nvSpPr>
            <p:cNvPr id="5" name="Rectangle 4">
              <a:extLst>
                <a:ext uri="{FF2B5EF4-FFF2-40B4-BE49-F238E27FC236}">
                  <a16:creationId xmlns:a16="http://schemas.microsoft.com/office/drawing/2014/main" id="{EA3812B3-8316-495D-AAC7-31AFCC8D9110}"/>
                </a:ext>
              </a:extLst>
            </p:cNvPr>
            <p:cNvSpPr/>
            <p:nvPr userDrawn="1"/>
          </p:nvSpPr>
          <p:spPr>
            <a:xfrm>
              <a:off x="0" y="0"/>
              <a:ext cx="12192000" cy="6858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9" name="Group 8">
              <a:extLst>
                <a:ext uri="{FF2B5EF4-FFF2-40B4-BE49-F238E27FC236}">
                  <a16:creationId xmlns:a16="http://schemas.microsoft.com/office/drawing/2014/main" id="{BAB618B2-75DD-D732-89D6-8697C600B1E0}"/>
                </a:ext>
              </a:extLst>
            </p:cNvPr>
            <p:cNvGrpSpPr/>
            <p:nvPr userDrawn="1"/>
          </p:nvGrpSpPr>
          <p:grpSpPr>
            <a:xfrm>
              <a:off x="0" y="1175658"/>
              <a:ext cx="11970011" cy="5495730"/>
              <a:chOff x="0" y="1175658"/>
              <a:chExt cx="11970011" cy="5495730"/>
            </a:xfrm>
          </p:grpSpPr>
          <p:sp>
            <p:nvSpPr>
              <p:cNvPr id="10" name="Freeform 9">
                <a:extLst>
                  <a:ext uri="{FF2B5EF4-FFF2-40B4-BE49-F238E27FC236}">
                    <a16:creationId xmlns:a16="http://schemas.microsoft.com/office/drawing/2014/main" id="{29BAD305-EF87-FE0C-5EFB-C35F383ED51A}"/>
                  </a:ext>
                  <a:ext uri="{C183D7F6-B498-43B3-948B-1728B52AA6E4}">
                    <adec:decorative xmlns:adec="http://schemas.microsoft.com/office/drawing/2017/decorative" val="1"/>
                  </a:ext>
                </a:extLst>
              </p:cNvPr>
              <p:cNvSpPr/>
              <p:nvPr userDrawn="1"/>
            </p:nvSpPr>
            <p:spPr>
              <a:xfrm>
                <a:off x="6004908" y="1175658"/>
                <a:ext cx="5965103" cy="5495730"/>
              </a:xfrm>
              <a:custGeom>
                <a:avLst/>
                <a:gdLst>
                  <a:gd name="connsiteX0" fmla="*/ 0 w 5965103"/>
                  <a:gd name="connsiteY0" fmla="*/ 0 h 5437909"/>
                  <a:gd name="connsiteX1" fmla="*/ 5715073 w 5965103"/>
                  <a:gd name="connsiteY1" fmla="*/ 0 h 5437909"/>
                  <a:gd name="connsiteX2" fmla="*/ 5965103 w 5965103"/>
                  <a:gd name="connsiteY2" fmla="*/ 250030 h 5437909"/>
                  <a:gd name="connsiteX3" fmla="*/ 5965103 w 5965103"/>
                  <a:gd name="connsiteY3" fmla="*/ 671803 h 5437909"/>
                  <a:gd name="connsiteX4" fmla="*/ 5965103 w 5965103"/>
                  <a:gd name="connsiteY4" fmla="*/ 4766106 h 5437909"/>
                  <a:gd name="connsiteX5" fmla="*/ 5965103 w 5965103"/>
                  <a:gd name="connsiteY5" fmla="*/ 5187879 h 5437909"/>
                  <a:gd name="connsiteX6" fmla="*/ 5715073 w 5965103"/>
                  <a:gd name="connsiteY6" fmla="*/ 5437909 h 5437909"/>
                  <a:gd name="connsiteX7" fmla="*/ 0 w 5965103"/>
                  <a:gd name="connsiteY7" fmla="*/ 5437909 h 5437909"/>
                  <a:gd name="connsiteX8" fmla="*/ 0 w 5965103"/>
                  <a:gd name="connsiteY8" fmla="*/ 4766106 h 5437909"/>
                  <a:gd name="connsiteX9" fmla="*/ 0 w 5965103"/>
                  <a:gd name="connsiteY9" fmla="*/ 671803 h 54379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965103" h="5437909">
                    <a:moveTo>
                      <a:pt x="0" y="0"/>
                    </a:moveTo>
                    <a:lnTo>
                      <a:pt x="5715073" y="0"/>
                    </a:lnTo>
                    <a:cubicBezTo>
                      <a:pt x="5853161" y="0"/>
                      <a:pt x="5965103" y="111942"/>
                      <a:pt x="5965103" y="250030"/>
                    </a:cubicBezTo>
                    <a:lnTo>
                      <a:pt x="5965103" y="671803"/>
                    </a:lnTo>
                    <a:lnTo>
                      <a:pt x="5965103" y="4766106"/>
                    </a:lnTo>
                    <a:lnTo>
                      <a:pt x="5965103" y="5187879"/>
                    </a:lnTo>
                    <a:cubicBezTo>
                      <a:pt x="5965103" y="5325967"/>
                      <a:pt x="5853161" y="5437909"/>
                      <a:pt x="5715073" y="5437909"/>
                    </a:cubicBezTo>
                    <a:lnTo>
                      <a:pt x="0" y="5437909"/>
                    </a:lnTo>
                    <a:lnTo>
                      <a:pt x="0" y="4766106"/>
                    </a:lnTo>
                    <a:lnTo>
                      <a:pt x="0" y="671803"/>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tIns="91440" bIns="91440" rtlCol="0" anchor="ctr">
                <a:noAutofit/>
              </a:bodyPr>
              <a:lstStyle/>
              <a:p>
                <a:pPr marL="0" marR="0" lvl="0" indent="0" defTabSz="1219139" rtl="0" eaLnBrk="1" fontAlgn="base" latinLnBrk="0" hangingPunct="1">
                  <a:lnSpc>
                    <a:spcPct val="80000"/>
                  </a:lnSpc>
                  <a:spcBef>
                    <a:spcPct val="0"/>
                  </a:spcBef>
                  <a:spcAft>
                    <a:spcPct val="0"/>
                  </a:spcAft>
                  <a:buClrTx/>
                  <a:buSzTx/>
                  <a:buFontTx/>
                  <a:buNone/>
                  <a:tabLst/>
                  <a:defRPr/>
                </a:pPr>
                <a:endParaRPr lang="en-US" sz="1400" cap="none">
                  <a:solidFill>
                    <a:schemeClr val="bg1"/>
                  </a:solidFill>
                </a:endParaRPr>
              </a:p>
            </p:txBody>
          </p:sp>
          <p:sp>
            <p:nvSpPr>
              <p:cNvPr id="11" name="Rectangle 10">
                <a:extLst>
                  <a:ext uri="{FF2B5EF4-FFF2-40B4-BE49-F238E27FC236}">
                    <a16:creationId xmlns:a16="http://schemas.microsoft.com/office/drawing/2014/main" id="{BD2C8942-BAF7-2255-6EC4-31ED466B93E1}"/>
                  </a:ext>
                </a:extLst>
              </p:cNvPr>
              <p:cNvSpPr/>
              <p:nvPr userDrawn="1"/>
            </p:nvSpPr>
            <p:spPr>
              <a:xfrm>
                <a:off x="0" y="1175658"/>
                <a:ext cx="6096000" cy="5495730"/>
              </a:xfrm>
              <a:prstGeom prst="rect">
                <a:avLst/>
              </a:prstGeom>
              <a:solidFill>
                <a:schemeClr val="bg1">
                  <a:lumMod val="95000"/>
                </a:schemeClr>
              </a:solidFill>
              <a:ln w="0" cap="flat">
                <a:noFill/>
                <a:prstDash val="solid"/>
                <a:miter/>
              </a:ln>
            </p:spPr>
            <p:txBody>
              <a:bodyPr rtlCol="0" anchor="ctr"/>
              <a:lstStyle/>
              <a:p>
                <a:pPr algn="l"/>
                <a:endParaRPr lang="en-US"/>
              </a:p>
            </p:txBody>
          </p:sp>
        </p:grpSp>
      </p:grpSp>
      <p:pic>
        <p:nvPicPr>
          <p:cNvPr id="13" name="Picture 12" descr="A blue and black text box&#10;&#10;Description automatically generated with medium confidence">
            <a:extLst>
              <a:ext uri="{FF2B5EF4-FFF2-40B4-BE49-F238E27FC236}">
                <a16:creationId xmlns:a16="http://schemas.microsoft.com/office/drawing/2014/main" id="{B01A5BD0-522A-46FF-401E-1C220BAC180F}"/>
              </a:ext>
            </a:extLst>
          </p:cNvPr>
          <p:cNvPicPr/>
          <p:nvPr userDrawn="1"/>
        </p:nvPicPr>
        <p:blipFill>
          <a:blip r:embed="rId3"/>
          <a:stretch>
            <a:fillRect/>
          </a:stretch>
        </p:blipFill>
        <p:spPr>
          <a:xfrm>
            <a:off x="11094915" y="6335769"/>
            <a:ext cx="699048" cy="174762"/>
          </a:xfrm>
          <a:prstGeom prst="rect">
            <a:avLst/>
          </a:prstGeom>
        </p:spPr>
      </p:pic>
      <p:sp>
        <p:nvSpPr>
          <p:cNvPr id="3" name="Title 1">
            <a:extLst>
              <a:ext uri="{FF2B5EF4-FFF2-40B4-BE49-F238E27FC236}">
                <a16:creationId xmlns:a16="http://schemas.microsoft.com/office/drawing/2014/main" id="{0F66DADE-78D5-B786-ED1C-C70C17938768}"/>
              </a:ext>
            </a:extLst>
          </p:cNvPr>
          <p:cNvSpPr>
            <a:spLocks noGrp="1"/>
          </p:cNvSpPr>
          <p:nvPr>
            <p:ph type="title"/>
          </p:nvPr>
        </p:nvSpPr>
        <p:spPr>
          <a:xfrm>
            <a:off x="635000" y="365126"/>
            <a:ext cx="10726790" cy="665816"/>
          </a:xfrm>
          <a:prstGeom prst="rect">
            <a:avLst/>
          </a:prstGeom>
        </p:spPr>
        <p:txBody>
          <a:bodyPr>
            <a:normAutofit/>
          </a:bodyPr>
          <a:lstStyle>
            <a:lvl1pPr>
              <a:defRPr sz="2800">
                <a:solidFill>
                  <a:schemeClr val="bg1"/>
                </a:solidFill>
              </a:defRPr>
            </a:lvl1pPr>
          </a:lstStyle>
          <a:p>
            <a:r>
              <a:rPr lang="en-US"/>
              <a:t>Click to edit Master title style</a:t>
            </a:r>
          </a:p>
        </p:txBody>
      </p:sp>
      <p:sp>
        <p:nvSpPr>
          <p:cNvPr id="2" name="Text Placeholder 2">
            <a:extLst>
              <a:ext uri="{FF2B5EF4-FFF2-40B4-BE49-F238E27FC236}">
                <a16:creationId xmlns:a16="http://schemas.microsoft.com/office/drawing/2014/main" id="{423513BF-3A7C-CAFD-C671-4733C6ED68EE}"/>
              </a:ext>
            </a:extLst>
          </p:cNvPr>
          <p:cNvSpPr>
            <a:spLocks noGrp="1"/>
          </p:cNvSpPr>
          <p:nvPr>
            <p:ph type="body" idx="1"/>
          </p:nvPr>
        </p:nvSpPr>
        <p:spPr>
          <a:xfrm>
            <a:off x="635001" y="1571946"/>
            <a:ext cx="4748658" cy="497191"/>
          </a:xfrm>
        </p:spPr>
        <p:txBody>
          <a:bodyPr anchor="b">
            <a:noAutofit/>
          </a:bodyPr>
          <a:lstStyle>
            <a:lvl1pPr marL="0" indent="0">
              <a:buNone/>
              <a:defRPr sz="2400" b="0" i="0">
                <a:solidFill>
                  <a:schemeClr val="tx1"/>
                </a:solidFill>
                <a:latin typeface="Tenorite" pitchFamily="2"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3">
            <a:extLst>
              <a:ext uri="{FF2B5EF4-FFF2-40B4-BE49-F238E27FC236}">
                <a16:creationId xmlns:a16="http://schemas.microsoft.com/office/drawing/2014/main" id="{5DFFF53F-5C70-A9D6-BA34-1577B1524C9B}"/>
              </a:ext>
            </a:extLst>
          </p:cNvPr>
          <p:cNvSpPr>
            <a:spLocks noGrp="1"/>
          </p:cNvSpPr>
          <p:nvPr>
            <p:ph sz="half" idx="2"/>
          </p:nvPr>
        </p:nvSpPr>
        <p:spPr>
          <a:xfrm>
            <a:off x="635001" y="2178123"/>
            <a:ext cx="4748658" cy="3929348"/>
          </a:xfrm>
        </p:spPr>
        <p:txBody>
          <a:bodyPr>
            <a:noAutofit/>
          </a:bodyPr>
          <a:lstStyle>
            <a:lvl1pPr>
              <a:defRPr sz="1600">
                <a:solidFill>
                  <a:schemeClr val="tx1"/>
                </a:solidFill>
              </a:defRPr>
            </a:lvl1pPr>
            <a:lvl2pPr>
              <a:defRPr sz="1400">
                <a:solidFill>
                  <a:schemeClr val="tx1"/>
                </a:solidFill>
              </a:defRPr>
            </a:lvl2pPr>
            <a:lvl3pPr>
              <a:defRPr sz="1200">
                <a:solidFill>
                  <a:schemeClr val="tx1"/>
                </a:solidFill>
              </a:defRPr>
            </a:lvl3pPr>
            <a:lvl4pPr>
              <a:defRPr sz="1100">
                <a:solidFill>
                  <a:schemeClr val="tx1"/>
                </a:solidFill>
              </a:defRPr>
            </a:lvl4pPr>
            <a:lvl5pPr>
              <a:defRPr sz="105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ext Placeholder 4">
            <a:extLst>
              <a:ext uri="{FF2B5EF4-FFF2-40B4-BE49-F238E27FC236}">
                <a16:creationId xmlns:a16="http://schemas.microsoft.com/office/drawing/2014/main" id="{90677ADD-0106-5596-D2D6-8AA9549833DD}"/>
              </a:ext>
            </a:extLst>
          </p:cNvPr>
          <p:cNvSpPr>
            <a:spLocks noGrp="1"/>
          </p:cNvSpPr>
          <p:nvPr>
            <p:ph type="body" sz="quarter" idx="3"/>
          </p:nvPr>
        </p:nvSpPr>
        <p:spPr>
          <a:xfrm>
            <a:off x="6613131" y="1571946"/>
            <a:ext cx="4748659" cy="497191"/>
          </a:xfrm>
        </p:spPr>
        <p:txBody>
          <a:bodyPr anchor="b">
            <a:noAutofit/>
          </a:bodyPr>
          <a:lstStyle>
            <a:lvl1pPr marL="0" indent="0">
              <a:buNone/>
              <a:defRPr sz="2400" b="0" i="0">
                <a:solidFill>
                  <a:schemeClr val="tx1"/>
                </a:solidFill>
                <a:latin typeface="Tenorite" pitchFamily="2"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Content Placeholder 5">
            <a:extLst>
              <a:ext uri="{FF2B5EF4-FFF2-40B4-BE49-F238E27FC236}">
                <a16:creationId xmlns:a16="http://schemas.microsoft.com/office/drawing/2014/main" id="{B4206DE3-6709-9B84-539E-CD3F6A6305FF}"/>
              </a:ext>
            </a:extLst>
          </p:cNvPr>
          <p:cNvSpPr>
            <a:spLocks noGrp="1"/>
          </p:cNvSpPr>
          <p:nvPr>
            <p:ph sz="quarter" idx="4"/>
          </p:nvPr>
        </p:nvSpPr>
        <p:spPr>
          <a:xfrm>
            <a:off x="6613131" y="2178123"/>
            <a:ext cx="4748659" cy="3929348"/>
          </a:xfrm>
        </p:spPr>
        <p:txBody>
          <a:bodyPr>
            <a:noAutofit/>
          </a:bodyPr>
          <a:lstStyle>
            <a:lvl1pPr>
              <a:defRPr sz="1600">
                <a:solidFill>
                  <a:schemeClr val="tx1"/>
                </a:solidFill>
              </a:defRPr>
            </a:lvl1pPr>
            <a:lvl2pPr>
              <a:defRPr sz="1400">
                <a:solidFill>
                  <a:schemeClr val="tx1"/>
                </a:solidFill>
              </a:defRPr>
            </a:lvl2pPr>
            <a:lvl3pPr>
              <a:defRPr sz="1200">
                <a:solidFill>
                  <a:schemeClr val="tx1"/>
                </a:solidFill>
              </a:defRPr>
            </a:lvl3pPr>
            <a:lvl4pPr>
              <a:defRPr sz="1100">
                <a:solidFill>
                  <a:schemeClr val="tx1"/>
                </a:solidFill>
              </a:defRPr>
            </a:lvl4pPr>
            <a:lvl5pPr>
              <a:defRPr sz="105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Slide Number Placeholder 11">
            <a:extLst>
              <a:ext uri="{FF2B5EF4-FFF2-40B4-BE49-F238E27FC236}">
                <a16:creationId xmlns:a16="http://schemas.microsoft.com/office/drawing/2014/main" id="{A95978F1-27B3-5CE5-1A94-10263B272121}"/>
              </a:ext>
            </a:extLst>
          </p:cNvPr>
          <p:cNvSpPr>
            <a:spLocks noGrp="1"/>
          </p:cNvSpPr>
          <p:nvPr>
            <p:ph type="sldNum" sz="quarter" idx="12"/>
          </p:nvPr>
        </p:nvSpPr>
        <p:spPr>
          <a:xfrm>
            <a:off x="261324" y="6380841"/>
            <a:ext cx="360986" cy="154181"/>
          </a:xfrm>
          <a:prstGeom prst="rect">
            <a:avLst/>
          </a:prstGeom>
        </p:spPr>
        <p:txBody>
          <a:bodyPr/>
          <a:lstStyle/>
          <a:p>
            <a:fld id="{A1386E00-FEB9-4948-8786-D40D5ED0BD9B}" type="slidenum">
              <a:rPr lang="en-US" smtClean="0"/>
              <a:pPr/>
              <a:t>‹#›</a:t>
            </a:fld>
            <a:endParaRPr lang="en-US"/>
          </a:p>
        </p:txBody>
      </p:sp>
    </p:spTree>
    <p:extLst>
      <p:ext uri="{BB962C8B-B14F-4D97-AF65-F5344CB8AC3E}">
        <p14:creationId xmlns:p14="http://schemas.microsoft.com/office/powerpoint/2010/main" val="38649293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1_Content with Captio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C457DC7-347F-421D-D278-28BEC68C3218}"/>
              </a:ext>
            </a:extLst>
          </p:cNvPr>
          <p:cNvSpPr/>
          <p:nvPr userDrawn="1"/>
        </p:nvSpPr>
        <p:spPr>
          <a:xfrm>
            <a:off x="4254366" y="0"/>
            <a:ext cx="7937634" cy="6858000"/>
          </a:xfrm>
          <a:prstGeom prst="rect">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31EFEF29-A591-4AA2-86F9-B2FE55F626BB}"/>
              </a:ext>
            </a:extLst>
          </p:cNvPr>
          <p:cNvSpPr/>
          <p:nvPr userDrawn="1"/>
        </p:nvSpPr>
        <p:spPr>
          <a:xfrm>
            <a:off x="-2" y="6785811"/>
            <a:ext cx="12192001" cy="72188"/>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A blue and black text box&#10;&#10;Description automatically generated with medium confidence">
            <a:extLst>
              <a:ext uri="{FF2B5EF4-FFF2-40B4-BE49-F238E27FC236}">
                <a16:creationId xmlns:a16="http://schemas.microsoft.com/office/drawing/2014/main" id="{42D1E0DC-D440-B9D2-AB32-3B0A4B894044}"/>
              </a:ext>
            </a:extLst>
          </p:cNvPr>
          <p:cNvPicPr/>
          <p:nvPr userDrawn="1"/>
        </p:nvPicPr>
        <p:blipFill>
          <a:blip r:embed="rId3"/>
          <a:stretch>
            <a:fillRect/>
          </a:stretch>
        </p:blipFill>
        <p:spPr>
          <a:xfrm>
            <a:off x="11094915" y="6335769"/>
            <a:ext cx="699048" cy="174762"/>
          </a:xfrm>
          <a:prstGeom prst="rect">
            <a:avLst/>
          </a:prstGeom>
        </p:spPr>
      </p:pic>
      <p:sp>
        <p:nvSpPr>
          <p:cNvPr id="16" name="Rounded Rectangle 15">
            <a:extLst>
              <a:ext uri="{FF2B5EF4-FFF2-40B4-BE49-F238E27FC236}">
                <a16:creationId xmlns:a16="http://schemas.microsoft.com/office/drawing/2014/main" id="{D01D301F-3F69-BD57-0CD8-581C20D37417}"/>
              </a:ext>
            </a:extLst>
          </p:cNvPr>
          <p:cNvSpPr/>
          <p:nvPr userDrawn="1"/>
        </p:nvSpPr>
        <p:spPr>
          <a:xfrm>
            <a:off x="5065160" y="457201"/>
            <a:ext cx="6413754" cy="5563456"/>
          </a:xfrm>
          <a:prstGeom prst="roundRect">
            <a:avLst>
              <a:gd name="adj" fmla="val 1377"/>
            </a:avLst>
          </a:prstGeom>
          <a:solidFill>
            <a:schemeClr val="bg1">
              <a:alpha val="7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Content Placeholder 2">
            <a:extLst>
              <a:ext uri="{FF2B5EF4-FFF2-40B4-BE49-F238E27FC236}">
                <a16:creationId xmlns:a16="http://schemas.microsoft.com/office/drawing/2014/main" id="{4E7474DE-EE98-7ED1-3096-AEE3A6751498}"/>
              </a:ext>
            </a:extLst>
          </p:cNvPr>
          <p:cNvSpPr>
            <a:spLocks noGrp="1"/>
          </p:cNvSpPr>
          <p:nvPr>
            <p:ph idx="1"/>
          </p:nvPr>
        </p:nvSpPr>
        <p:spPr>
          <a:xfrm>
            <a:off x="5183188" y="987425"/>
            <a:ext cx="6172200" cy="4873625"/>
          </a:xfrm>
        </p:spPr>
        <p:txBody>
          <a:bodyPr>
            <a:normAutofit/>
          </a:bodyPr>
          <a:lstStyle>
            <a:lvl1pPr>
              <a:defRPr sz="2400"/>
            </a:lvl1pPr>
            <a:lvl2pPr>
              <a:defRPr sz="2000"/>
            </a:lvl2pPr>
            <a:lvl3pPr>
              <a:defRPr sz="1800"/>
            </a:lvl3pPr>
            <a:lvl4pPr>
              <a:defRPr sz="1600"/>
            </a:lvl4pPr>
            <a:lvl5pPr>
              <a:defRPr sz="16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itle 1">
            <a:extLst>
              <a:ext uri="{FF2B5EF4-FFF2-40B4-BE49-F238E27FC236}">
                <a16:creationId xmlns:a16="http://schemas.microsoft.com/office/drawing/2014/main" id="{8D846B02-E627-8844-85D1-F83D95587179}"/>
              </a:ext>
            </a:extLst>
          </p:cNvPr>
          <p:cNvSpPr>
            <a:spLocks noGrp="1"/>
          </p:cNvSpPr>
          <p:nvPr>
            <p:ph type="title"/>
          </p:nvPr>
        </p:nvSpPr>
        <p:spPr>
          <a:xfrm>
            <a:off x="635002" y="457200"/>
            <a:ext cx="3137647" cy="1600200"/>
          </a:xfrm>
        </p:spPr>
        <p:txBody>
          <a:bodyPr anchor="ctr">
            <a:normAutofit/>
          </a:bodyPr>
          <a:lstStyle>
            <a:lvl1pPr>
              <a:defRPr sz="3600"/>
            </a:lvl1pPr>
          </a:lstStyle>
          <a:p>
            <a:r>
              <a:rPr lang="en-US"/>
              <a:t>Click to edit Master title style</a:t>
            </a:r>
          </a:p>
        </p:txBody>
      </p:sp>
      <p:sp>
        <p:nvSpPr>
          <p:cNvPr id="12" name="Text Placeholder 3">
            <a:extLst>
              <a:ext uri="{FF2B5EF4-FFF2-40B4-BE49-F238E27FC236}">
                <a16:creationId xmlns:a16="http://schemas.microsoft.com/office/drawing/2014/main" id="{575BBCB7-BA5B-AAED-DBE8-72E5F61C8C2B}"/>
              </a:ext>
            </a:extLst>
          </p:cNvPr>
          <p:cNvSpPr>
            <a:spLocks noGrp="1"/>
          </p:cNvSpPr>
          <p:nvPr>
            <p:ph type="body" sz="half" idx="2"/>
          </p:nvPr>
        </p:nvSpPr>
        <p:spPr>
          <a:xfrm>
            <a:off x="635002" y="2057400"/>
            <a:ext cx="313764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15" name="Slide Number Placeholder 14">
            <a:extLst>
              <a:ext uri="{FF2B5EF4-FFF2-40B4-BE49-F238E27FC236}">
                <a16:creationId xmlns:a16="http://schemas.microsoft.com/office/drawing/2014/main" id="{740CE298-6892-4875-62AE-6614AAFE8933}"/>
              </a:ext>
            </a:extLst>
          </p:cNvPr>
          <p:cNvSpPr>
            <a:spLocks noGrp="1"/>
          </p:cNvSpPr>
          <p:nvPr>
            <p:ph type="sldNum" sz="quarter" idx="12"/>
          </p:nvPr>
        </p:nvSpPr>
        <p:spPr>
          <a:xfrm>
            <a:off x="261324" y="6380841"/>
            <a:ext cx="360986" cy="154181"/>
          </a:xfrm>
          <a:prstGeom prst="rect">
            <a:avLst/>
          </a:prstGeom>
        </p:spPr>
        <p:txBody>
          <a:bodyPr/>
          <a:lstStyle/>
          <a:p>
            <a:fld id="{A1386E00-FEB9-4948-8786-D40D5ED0BD9B}" type="slidenum">
              <a:rPr lang="en-US" smtClean="0"/>
              <a:pPr/>
              <a:t>‹#›</a:t>
            </a:fld>
            <a:endParaRPr lang="en-US"/>
          </a:p>
        </p:txBody>
      </p:sp>
    </p:spTree>
    <p:extLst>
      <p:ext uri="{BB962C8B-B14F-4D97-AF65-F5344CB8AC3E}">
        <p14:creationId xmlns:p14="http://schemas.microsoft.com/office/powerpoint/2010/main" val="904112694"/>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1_Picture with Captio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5791EEF-1516-908B-9F16-07EC01542CE0}"/>
              </a:ext>
            </a:extLst>
          </p:cNvPr>
          <p:cNvSpPr/>
          <p:nvPr userDrawn="1"/>
        </p:nvSpPr>
        <p:spPr>
          <a:xfrm>
            <a:off x="0" y="0"/>
            <a:ext cx="5646655" cy="6858000"/>
          </a:xfrm>
          <a:prstGeom prst="rect">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0C6AF169-B57D-16EB-EB20-EE5D0AD08F7E}"/>
              </a:ext>
            </a:extLst>
          </p:cNvPr>
          <p:cNvSpPr/>
          <p:nvPr userDrawn="1"/>
        </p:nvSpPr>
        <p:spPr>
          <a:xfrm>
            <a:off x="-2" y="6785811"/>
            <a:ext cx="12192001" cy="72188"/>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 Placeholder 3">
            <a:extLst>
              <a:ext uri="{FF2B5EF4-FFF2-40B4-BE49-F238E27FC236}">
                <a16:creationId xmlns:a16="http://schemas.microsoft.com/office/drawing/2014/main" id="{0B0D38F6-88F1-866C-8F7B-95A44BC3EB89}"/>
              </a:ext>
            </a:extLst>
          </p:cNvPr>
          <p:cNvSpPr>
            <a:spLocks noGrp="1"/>
          </p:cNvSpPr>
          <p:nvPr>
            <p:ph type="body" sz="half" idx="2"/>
          </p:nvPr>
        </p:nvSpPr>
        <p:spPr>
          <a:xfrm>
            <a:off x="635000" y="2057400"/>
            <a:ext cx="4582033"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10" name="Slide Number Placeholder 9">
            <a:extLst>
              <a:ext uri="{FF2B5EF4-FFF2-40B4-BE49-F238E27FC236}">
                <a16:creationId xmlns:a16="http://schemas.microsoft.com/office/drawing/2014/main" id="{EE11007C-D460-4081-423B-BBE7EEF4EA0C}"/>
              </a:ext>
            </a:extLst>
          </p:cNvPr>
          <p:cNvSpPr>
            <a:spLocks noGrp="1"/>
          </p:cNvSpPr>
          <p:nvPr>
            <p:ph type="sldNum" sz="quarter" idx="12"/>
          </p:nvPr>
        </p:nvSpPr>
        <p:spPr>
          <a:xfrm>
            <a:off x="261324" y="6380841"/>
            <a:ext cx="360986" cy="154181"/>
          </a:xfrm>
          <a:prstGeom prst="rect">
            <a:avLst/>
          </a:prstGeom>
        </p:spPr>
        <p:txBody>
          <a:bodyPr/>
          <a:lstStyle/>
          <a:p>
            <a:fld id="{A1386E00-FEB9-4948-8786-D40D5ED0BD9B}" type="slidenum">
              <a:rPr lang="en-US" smtClean="0"/>
              <a:pPr/>
              <a:t>‹#›</a:t>
            </a:fld>
            <a:endParaRPr lang="en-US"/>
          </a:p>
        </p:txBody>
      </p:sp>
      <p:sp>
        <p:nvSpPr>
          <p:cNvPr id="11" name="Picture Placeholder 2">
            <a:extLst>
              <a:ext uri="{FF2B5EF4-FFF2-40B4-BE49-F238E27FC236}">
                <a16:creationId xmlns:a16="http://schemas.microsoft.com/office/drawing/2014/main" id="{239106FD-2A13-0A34-A858-A1D2BCA9AE74}"/>
              </a:ext>
            </a:extLst>
          </p:cNvPr>
          <p:cNvSpPr>
            <a:spLocks noGrp="1"/>
          </p:cNvSpPr>
          <p:nvPr>
            <p:ph type="pic" idx="1"/>
          </p:nvPr>
        </p:nvSpPr>
        <p:spPr>
          <a:xfrm>
            <a:off x="5646656" y="0"/>
            <a:ext cx="6545344" cy="6797573"/>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13" name="TextBox 12">
            <a:extLst>
              <a:ext uri="{FF2B5EF4-FFF2-40B4-BE49-F238E27FC236}">
                <a16:creationId xmlns:a16="http://schemas.microsoft.com/office/drawing/2014/main" id="{040DF650-718F-C3E4-1AA9-CD5DC597A623}"/>
              </a:ext>
            </a:extLst>
          </p:cNvPr>
          <p:cNvSpPr txBox="1"/>
          <p:nvPr userDrawn="1"/>
        </p:nvSpPr>
        <p:spPr>
          <a:xfrm>
            <a:off x="9184640" y="6327126"/>
            <a:ext cx="1857299" cy="261610"/>
          </a:xfrm>
          <a:prstGeom prst="rect">
            <a:avLst/>
          </a:prstGeom>
          <a:noFill/>
        </p:spPr>
        <p:txBody>
          <a:bodyPr wrap="square" rtlCol="0" anchor="ctr">
            <a:spAutoFit/>
          </a:bodyPr>
          <a:lstStyle/>
          <a:p>
            <a:pPr algn="r"/>
            <a:r>
              <a:rPr lang="en-US" sz="1100" b="0" i="1" spc="0">
                <a:solidFill>
                  <a:schemeClr val="bg1">
                    <a:lumMod val="75000"/>
                  </a:schemeClr>
                </a:solidFill>
                <a:effectLst/>
                <a:latin typeface="Tenorite" pitchFamily="2" charset="0"/>
              </a:rPr>
              <a:t>Confidential to AHEAD</a:t>
            </a:r>
            <a:endParaRPr lang="en-US" sz="1100" i="1" spc="0">
              <a:solidFill>
                <a:schemeClr val="bg1">
                  <a:lumMod val="75000"/>
                </a:schemeClr>
              </a:solidFill>
              <a:latin typeface="Tenorite" pitchFamily="2" charset="0"/>
            </a:endParaRPr>
          </a:p>
        </p:txBody>
      </p:sp>
      <p:sp>
        <p:nvSpPr>
          <p:cNvPr id="15" name="Title 1">
            <a:extLst>
              <a:ext uri="{FF2B5EF4-FFF2-40B4-BE49-F238E27FC236}">
                <a16:creationId xmlns:a16="http://schemas.microsoft.com/office/drawing/2014/main" id="{5B3C51ED-22C5-6234-8D3E-E3DC6A7F5B29}"/>
              </a:ext>
            </a:extLst>
          </p:cNvPr>
          <p:cNvSpPr>
            <a:spLocks noGrp="1"/>
          </p:cNvSpPr>
          <p:nvPr>
            <p:ph type="title"/>
          </p:nvPr>
        </p:nvSpPr>
        <p:spPr>
          <a:xfrm>
            <a:off x="635000" y="457200"/>
            <a:ext cx="4582033" cy="1600200"/>
          </a:xfrm>
        </p:spPr>
        <p:txBody>
          <a:bodyPr anchor="ctr"/>
          <a:lstStyle>
            <a:lvl1pPr>
              <a:defRPr sz="3200"/>
            </a:lvl1pPr>
          </a:lstStyle>
          <a:p>
            <a:r>
              <a:rPr lang="en-US"/>
              <a:t>Click to edit Master title style</a:t>
            </a:r>
          </a:p>
        </p:txBody>
      </p:sp>
    </p:spTree>
    <p:extLst>
      <p:ext uri="{BB962C8B-B14F-4D97-AF65-F5344CB8AC3E}">
        <p14:creationId xmlns:p14="http://schemas.microsoft.com/office/powerpoint/2010/main" val="1139999008"/>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1_Title Small">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A0E049D-8ADF-D38A-77BB-732F92481914}"/>
              </a:ext>
            </a:extLst>
          </p:cNvPr>
          <p:cNvSpPr/>
          <p:nvPr userDrawn="1"/>
        </p:nvSpPr>
        <p:spPr>
          <a:xfrm>
            <a:off x="0" y="0"/>
            <a:ext cx="12192000" cy="6858000"/>
          </a:xfrm>
          <a:prstGeom prst="rect">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ED100158-35A3-E36E-E308-23D34921F7E8}"/>
              </a:ext>
            </a:extLst>
          </p:cNvPr>
          <p:cNvSpPr/>
          <p:nvPr userDrawn="1"/>
        </p:nvSpPr>
        <p:spPr>
          <a:xfrm>
            <a:off x="-2" y="6785811"/>
            <a:ext cx="12192001" cy="72188"/>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ounded Rectangle 4">
            <a:extLst>
              <a:ext uri="{FF2B5EF4-FFF2-40B4-BE49-F238E27FC236}">
                <a16:creationId xmlns:a16="http://schemas.microsoft.com/office/drawing/2014/main" id="{6BF1CC41-F635-616F-C90A-F0160F9F28BF}"/>
              </a:ext>
            </a:extLst>
          </p:cNvPr>
          <p:cNvSpPr/>
          <p:nvPr userDrawn="1"/>
        </p:nvSpPr>
        <p:spPr>
          <a:xfrm>
            <a:off x="127824" y="-762184"/>
            <a:ext cx="4596575" cy="1259606"/>
          </a:xfrm>
          <a:prstGeom prst="roundRect">
            <a:avLst>
              <a:gd name="adj" fmla="val 50000"/>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ounded Rectangle 3">
            <a:extLst>
              <a:ext uri="{FF2B5EF4-FFF2-40B4-BE49-F238E27FC236}">
                <a16:creationId xmlns:a16="http://schemas.microsoft.com/office/drawing/2014/main" id="{76FE8DE7-8841-FD26-5981-F775AA6B70E7}"/>
              </a:ext>
            </a:extLst>
          </p:cNvPr>
          <p:cNvSpPr/>
          <p:nvPr userDrawn="1"/>
        </p:nvSpPr>
        <p:spPr>
          <a:xfrm>
            <a:off x="127824" y="-762184"/>
            <a:ext cx="4596575" cy="1259606"/>
          </a:xfrm>
          <a:prstGeom prst="roundRect">
            <a:avLst>
              <a:gd name="adj" fmla="val 50000"/>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itle 1">
            <a:extLst>
              <a:ext uri="{FF2B5EF4-FFF2-40B4-BE49-F238E27FC236}">
                <a16:creationId xmlns:a16="http://schemas.microsoft.com/office/drawing/2014/main" id="{C5D3974C-A70E-2CE1-06A4-1D2033780A34}"/>
              </a:ext>
            </a:extLst>
          </p:cNvPr>
          <p:cNvSpPr>
            <a:spLocks noGrp="1"/>
          </p:cNvSpPr>
          <p:nvPr>
            <p:ph type="title" hasCustomPrompt="1"/>
          </p:nvPr>
        </p:nvSpPr>
        <p:spPr>
          <a:xfrm>
            <a:off x="524937" y="99722"/>
            <a:ext cx="3854023" cy="295275"/>
          </a:xfrm>
          <a:prstGeom prst="rect">
            <a:avLst/>
          </a:prstGeom>
        </p:spPr>
        <p:txBody>
          <a:bodyPr>
            <a:normAutofit/>
          </a:bodyPr>
          <a:lstStyle>
            <a:lvl1pPr algn="ctr">
              <a:defRPr sz="1400" spc="100" baseline="0">
                <a:solidFill>
                  <a:schemeClr val="bg1"/>
                </a:solidFill>
              </a:defRPr>
            </a:lvl1pPr>
          </a:lstStyle>
          <a:p>
            <a:r>
              <a:rPr lang="en-US"/>
              <a:t>CLICK TO EDIT MASTER TITLE STYLE</a:t>
            </a:r>
          </a:p>
        </p:txBody>
      </p:sp>
      <p:sp>
        <p:nvSpPr>
          <p:cNvPr id="7" name="Slide Number Placeholder 6">
            <a:extLst>
              <a:ext uri="{FF2B5EF4-FFF2-40B4-BE49-F238E27FC236}">
                <a16:creationId xmlns:a16="http://schemas.microsoft.com/office/drawing/2014/main" id="{6220FB10-124C-9155-EAE6-538D9CB543F7}"/>
              </a:ext>
            </a:extLst>
          </p:cNvPr>
          <p:cNvSpPr>
            <a:spLocks noGrp="1"/>
          </p:cNvSpPr>
          <p:nvPr>
            <p:ph type="sldNum" sz="quarter" idx="12"/>
          </p:nvPr>
        </p:nvSpPr>
        <p:spPr>
          <a:xfrm>
            <a:off x="261324" y="6380841"/>
            <a:ext cx="360986" cy="154181"/>
          </a:xfrm>
          <a:prstGeom prst="rect">
            <a:avLst/>
          </a:prstGeom>
        </p:spPr>
        <p:txBody>
          <a:bodyPr/>
          <a:lstStyle/>
          <a:p>
            <a:fld id="{A1386E00-FEB9-4948-8786-D40D5ED0BD9B}" type="slidenum">
              <a:rPr lang="en-US" smtClean="0"/>
              <a:pPr/>
              <a:t>‹#›</a:t>
            </a:fld>
            <a:endParaRPr lang="en-US"/>
          </a:p>
        </p:txBody>
      </p:sp>
      <p:pic>
        <p:nvPicPr>
          <p:cNvPr id="6" name="Picture 5" descr="A blue and black text box&#10;&#10;Description automatically generated with medium confidence">
            <a:extLst>
              <a:ext uri="{FF2B5EF4-FFF2-40B4-BE49-F238E27FC236}">
                <a16:creationId xmlns:a16="http://schemas.microsoft.com/office/drawing/2014/main" id="{5134911C-A0F2-7983-67A3-ECD5BCC5D438}"/>
              </a:ext>
            </a:extLst>
          </p:cNvPr>
          <p:cNvPicPr/>
          <p:nvPr userDrawn="1"/>
        </p:nvPicPr>
        <p:blipFill>
          <a:blip r:embed="rId3"/>
          <a:stretch>
            <a:fillRect/>
          </a:stretch>
        </p:blipFill>
        <p:spPr>
          <a:xfrm>
            <a:off x="11094915" y="6335769"/>
            <a:ext cx="699048" cy="174762"/>
          </a:xfrm>
          <a:prstGeom prst="rect">
            <a:avLst/>
          </a:prstGeom>
        </p:spPr>
      </p:pic>
    </p:spTree>
    <p:extLst>
      <p:ext uri="{BB962C8B-B14F-4D97-AF65-F5344CB8AC3E}">
        <p14:creationId xmlns:p14="http://schemas.microsoft.com/office/powerpoint/2010/main" val="574253996"/>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2_Long Header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F694C98-DDA6-8B07-2194-B87427A83106}"/>
              </a:ext>
            </a:extLst>
          </p:cNvPr>
          <p:cNvSpPr/>
          <p:nvPr userDrawn="1"/>
        </p:nvSpPr>
        <p:spPr>
          <a:xfrm>
            <a:off x="0" y="0"/>
            <a:ext cx="12192000" cy="6858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a:extLst>
              <a:ext uri="{FF2B5EF4-FFF2-40B4-BE49-F238E27FC236}">
                <a16:creationId xmlns:a16="http://schemas.microsoft.com/office/drawing/2014/main" id="{91E2DE9D-FDAE-417F-0A84-738ADA6F976E}"/>
              </a:ext>
            </a:extLst>
          </p:cNvPr>
          <p:cNvPicPr/>
          <p:nvPr userDrawn="1"/>
        </p:nvPicPr>
        <p:blipFill>
          <a:blip r:embed="rId3"/>
          <a:stretch>
            <a:fillRect/>
          </a:stretch>
        </p:blipFill>
        <p:spPr>
          <a:xfrm>
            <a:off x="0" y="1209297"/>
            <a:ext cx="12012328" cy="5479867"/>
          </a:xfrm>
          <a:prstGeom prst="rect">
            <a:avLst/>
          </a:prstGeom>
        </p:spPr>
      </p:pic>
      <p:pic>
        <p:nvPicPr>
          <p:cNvPr id="4" name="Picture 3" descr="A blue and black text box&#10;&#10;Description automatically generated with medium confidence">
            <a:extLst>
              <a:ext uri="{FF2B5EF4-FFF2-40B4-BE49-F238E27FC236}">
                <a16:creationId xmlns:a16="http://schemas.microsoft.com/office/drawing/2014/main" id="{B1F7C08C-B8F5-8BFE-145C-084FD47C62B6}"/>
              </a:ext>
            </a:extLst>
          </p:cNvPr>
          <p:cNvPicPr/>
          <p:nvPr userDrawn="1"/>
        </p:nvPicPr>
        <p:blipFill>
          <a:blip r:embed="rId4"/>
          <a:stretch>
            <a:fillRect/>
          </a:stretch>
        </p:blipFill>
        <p:spPr>
          <a:xfrm>
            <a:off x="11094915" y="6335769"/>
            <a:ext cx="699048" cy="174762"/>
          </a:xfrm>
          <a:prstGeom prst="rect">
            <a:avLst/>
          </a:prstGeom>
        </p:spPr>
      </p:pic>
      <p:sp>
        <p:nvSpPr>
          <p:cNvPr id="5" name="Title 1">
            <a:extLst>
              <a:ext uri="{FF2B5EF4-FFF2-40B4-BE49-F238E27FC236}">
                <a16:creationId xmlns:a16="http://schemas.microsoft.com/office/drawing/2014/main" id="{E0DA7158-47DF-AD17-9F89-E7F6CA95D4FF}"/>
              </a:ext>
            </a:extLst>
          </p:cNvPr>
          <p:cNvSpPr>
            <a:spLocks noGrp="1"/>
          </p:cNvSpPr>
          <p:nvPr>
            <p:ph type="title"/>
          </p:nvPr>
        </p:nvSpPr>
        <p:spPr>
          <a:xfrm>
            <a:off x="635000" y="365126"/>
            <a:ext cx="10922000" cy="665816"/>
          </a:xfrm>
          <a:prstGeom prst="rect">
            <a:avLst/>
          </a:prstGeom>
        </p:spPr>
        <p:txBody>
          <a:bodyPr>
            <a:normAutofit/>
          </a:bodyPr>
          <a:lstStyle>
            <a:lvl1pPr>
              <a:defRPr sz="2800">
                <a:solidFill>
                  <a:schemeClr val="bg1"/>
                </a:solidFill>
              </a:defRPr>
            </a:lvl1pPr>
          </a:lstStyle>
          <a:p>
            <a:r>
              <a:rPr lang="en-US"/>
              <a:t>Click to edit Master title style</a:t>
            </a:r>
          </a:p>
        </p:txBody>
      </p:sp>
      <p:sp>
        <p:nvSpPr>
          <p:cNvPr id="10" name="Slide Number Placeholder 9">
            <a:extLst>
              <a:ext uri="{FF2B5EF4-FFF2-40B4-BE49-F238E27FC236}">
                <a16:creationId xmlns:a16="http://schemas.microsoft.com/office/drawing/2014/main" id="{627D4E3B-554D-4CDC-F0FF-A9EB9095796A}"/>
              </a:ext>
            </a:extLst>
          </p:cNvPr>
          <p:cNvSpPr>
            <a:spLocks noGrp="1"/>
          </p:cNvSpPr>
          <p:nvPr>
            <p:ph type="sldNum" sz="quarter" idx="12"/>
          </p:nvPr>
        </p:nvSpPr>
        <p:spPr>
          <a:xfrm>
            <a:off x="261324" y="6380841"/>
            <a:ext cx="360986" cy="154181"/>
          </a:xfrm>
          <a:prstGeom prst="rect">
            <a:avLst/>
          </a:prstGeom>
        </p:spPr>
        <p:txBody>
          <a:bodyPr/>
          <a:lstStyle/>
          <a:p>
            <a:fld id="{A1386E00-FEB9-4948-8786-D40D5ED0BD9B}" type="slidenum">
              <a:rPr lang="en-US" smtClean="0"/>
              <a:pPr/>
              <a:t>‹#›</a:t>
            </a:fld>
            <a:endParaRPr lang="en-US"/>
          </a:p>
        </p:txBody>
      </p:sp>
    </p:spTree>
    <p:extLst>
      <p:ext uri="{BB962C8B-B14F-4D97-AF65-F5344CB8AC3E}">
        <p14:creationId xmlns:p14="http://schemas.microsoft.com/office/powerpoint/2010/main" val="1072184739"/>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3_Long Header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FC87EE1-D1C5-6821-1E0F-1802E2406522}"/>
              </a:ext>
            </a:extLst>
          </p:cNvPr>
          <p:cNvSpPr/>
          <p:nvPr userDrawn="1"/>
        </p:nvSpPr>
        <p:spPr>
          <a:xfrm>
            <a:off x="0" y="0"/>
            <a:ext cx="12192000" cy="6858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6FAE0BAB-ED03-516C-8838-AAD362542AE7}"/>
              </a:ext>
            </a:extLst>
          </p:cNvPr>
          <p:cNvPicPr/>
          <p:nvPr userDrawn="1"/>
        </p:nvPicPr>
        <p:blipFill>
          <a:blip r:embed="rId3"/>
          <a:stretch>
            <a:fillRect/>
          </a:stretch>
        </p:blipFill>
        <p:spPr>
          <a:xfrm>
            <a:off x="0" y="1209297"/>
            <a:ext cx="12012328" cy="5479867"/>
          </a:xfrm>
          <a:prstGeom prst="rect">
            <a:avLst/>
          </a:prstGeom>
        </p:spPr>
      </p:pic>
      <p:pic>
        <p:nvPicPr>
          <p:cNvPr id="6" name="Picture 5" descr="A blue and black text box&#10;&#10;Description automatically generated with medium confidence">
            <a:extLst>
              <a:ext uri="{FF2B5EF4-FFF2-40B4-BE49-F238E27FC236}">
                <a16:creationId xmlns:a16="http://schemas.microsoft.com/office/drawing/2014/main" id="{B59A88F7-8E29-3256-91CB-E18046CEFC06}"/>
              </a:ext>
            </a:extLst>
          </p:cNvPr>
          <p:cNvPicPr/>
          <p:nvPr userDrawn="1"/>
        </p:nvPicPr>
        <p:blipFill>
          <a:blip r:embed="rId4"/>
          <a:stretch>
            <a:fillRect/>
          </a:stretch>
        </p:blipFill>
        <p:spPr>
          <a:xfrm>
            <a:off x="11094915" y="6335769"/>
            <a:ext cx="699048" cy="174762"/>
          </a:xfrm>
          <a:prstGeom prst="rect">
            <a:avLst/>
          </a:prstGeom>
        </p:spPr>
      </p:pic>
      <p:sp>
        <p:nvSpPr>
          <p:cNvPr id="5" name="Title 1">
            <a:extLst>
              <a:ext uri="{FF2B5EF4-FFF2-40B4-BE49-F238E27FC236}">
                <a16:creationId xmlns:a16="http://schemas.microsoft.com/office/drawing/2014/main" id="{E0DA7158-47DF-AD17-9F89-E7F6CA95D4FF}"/>
              </a:ext>
            </a:extLst>
          </p:cNvPr>
          <p:cNvSpPr>
            <a:spLocks noGrp="1"/>
          </p:cNvSpPr>
          <p:nvPr>
            <p:ph type="title"/>
          </p:nvPr>
        </p:nvSpPr>
        <p:spPr>
          <a:xfrm>
            <a:off x="635000" y="365126"/>
            <a:ext cx="10922000" cy="665816"/>
          </a:xfrm>
          <a:prstGeom prst="rect">
            <a:avLst/>
          </a:prstGeom>
        </p:spPr>
        <p:txBody>
          <a:bodyPr>
            <a:normAutofit/>
          </a:bodyPr>
          <a:lstStyle>
            <a:lvl1pPr>
              <a:defRPr sz="2800">
                <a:solidFill>
                  <a:schemeClr val="bg1"/>
                </a:solidFill>
              </a:defRPr>
            </a:lvl1pPr>
          </a:lstStyle>
          <a:p>
            <a:r>
              <a:rPr lang="en-US"/>
              <a:t>Click to edit Master title style</a:t>
            </a:r>
          </a:p>
        </p:txBody>
      </p:sp>
      <p:sp>
        <p:nvSpPr>
          <p:cNvPr id="7" name="Slide Number Placeholder 6">
            <a:extLst>
              <a:ext uri="{FF2B5EF4-FFF2-40B4-BE49-F238E27FC236}">
                <a16:creationId xmlns:a16="http://schemas.microsoft.com/office/drawing/2014/main" id="{9C4DA52D-43ED-C0D2-4893-2FCDFD3C7D0C}"/>
              </a:ext>
            </a:extLst>
          </p:cNvPr>
          <p:cNvSpPr>
            <a:spLocks noGrp="1"/>
          </p:cNvSpPr>
          <p:nvPr>
            <p:ph type="sldNum" sz="quarter" idx="12"/>
          </p:nvPr>
        </p:nvSpPr>
        <p:spPr>
          <a:xfrm>
            <a:off x="261324" y="6380841"/>
            <a:ext cx="360986" cy="154181"/>
          </a:xfrm>
          <a:prstGeom prst="rect">
            <a:avLst/>
          </a:prstGeom>
        </p:spPr>
        <p:txBody>
          <a:bodyPr/>
          <a:lstStyle/>
          <a:p>
            <a:fld id="{A1386E00-FEB9-4948-8786-D40D5ED0BD9B}" type="slidenum">
              <a:rPr lang="en-US" smtClean="0"/>
              <a:pPr/>
              <a:t>‹#›</a:t>
            </a:fld>
            <a:endParaRPr lang="en-US"/>
          </a:p>
        </p:txBody>
      </p:sp>
      <p:sp>
        <p:nvSpPr>
          <p:cNvPr id="3" name="Content Placeholder 2">
            <a:extLst>
              <a:ext uri="{FF2B5EF4-FFF2-40B4-BE49-F238E27FC236}">
                <a16:creationId xmlns:a16="http://schemas.microsoft.com/office/drawing/2014/main" id="{5E79F22E-1E87-1DAF-7DB1-B0570B55AB2F}"/>
              </a:ext>
            </a:extLst>
          </p:cNvPr>
          <p:cNvSpPr>
            <a:spLocks noGrp="1"/>
          </p:cNvSpPr>
          <p:nvPr>
            <p:ph sz="quarter" idx="13"/>
          </p:nvPr>
        </p:nvSpPr>
        <p:spPr>
          <a:xfrm>
            <a:off x="635001" y="1545996"/>
            <a:ext cx="10921999" cy="451543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450029604"/>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1_Bullet Graphic 1">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715DD262-C2C0-2B40-CDDF-8FED747FD108}"/>
              </a:ext>
            </a:extLst>
          </p:cNvPr>
          <p:cNvSpPr>
            <a:spLocks noGrp="1"/>
          </p:cNvSpPr>
          <p:nvPr>
            <p:ph type="title"/>
          </p:nvPr>
        </p:nvSpPr>
        <p:spPr>
          <a:xfrm>
            <a:off x="635000" y="365125"/>
            <a:ext cx="10922000" cy="1325563"/>
          </a:xfrm>
          <a:prstGeom prst="rect">
            <a:avLst/>
          </a:prstGeom>
        </p:spPr>
        <p:txBody>
          <a:bodyPr>
            <a:normAutofit/>
          </a:bodyPr>
          <a:lstStyle>
            <a:lvl1pPr>
              <a:defRPr sz="4400">
                <a:solidFill>
                  <a:schemeClr val="tx1"/>
                </a:solidFill>
              </a:defRPr>
            </a:lvl1pPr>
          </a:lstStyle>
          <a:p>
            <a:r>
              <a:rPr lang="en-US"/>
              <a:t>Click to edit Master title style</a:t>
            </a:r>
          </a:p>
        </p:txBody>
      </p:sp>
      <p:sp>
        <p:nvSpPr>
          <p:cNvPr id="5" name="Text Placeholder 2">
            <a:extLst>
              <a:ext uri="{FF2B5EF4-FFF2-40B4-BE49-F238E27FC236}">
                <a16:creationId xmlns:a16="http://schemas.microsoft.com/office/drawing/2014/main" id="{ECCC475D-206F-DC97-5A7C-954EE7EB841F}"/>
              </a:ext>
            </a:extLst>
          </p:cNvPr>
          <p:cNvSpPr>
            <a:spLocks noGrp="1"/>
          </p:cNvSpPr>
          <p:nvPr>
            <p:ph idx="1"/>
          </p:nvPr>
        </p:nvSpPr>
        <p:spPr>
          <a:xfrm>
            <a:off x="635000" y="1825625"/>
            <a:ext cx="109220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Slide Number Placeholder 8">
            <a:extLst>
              <a:ext uri="{FF2B5EF4-FFF2-40B4-BE49-F238E27FC236}">
                <a16:creationId xmlns:a16="http://schemas.microsoft.com/office/drawing/2014/main" id="{C8E10B7D-D9EB-E997-71AB-DEA5A85E6C40}"/>
              </a:ext>
            </a:extLst>
          </p:cNvPr>
          <p:cNvSpPr>
            <a:spLocks noGrp="1"/>
          </p:cNvSpPr>
          <p:nvPr>
            <p:ph type="sldNum" sz="quarter" idx="12"/>
          </p:nvPr>
        </p:nvSpPr>
        <p:spPr>
          <a:xfrm>
            <a:off x="261324" y="6380841"/>
            <a:ext cx="360986" cy="154181"/>
          </a:xfrm>
          <a:prstGeom prst="rect">
            <a:avLst/>
          </a:prstGeom>
        </p:spPr>
        <p:txBody>
          <a:bodyPr/>
          <a:lstStyle/>
          <a:p>
            <a:fld id="{A1386E00-FEB9-4948-8786-D40D5ED0BD9B}" type="slidenum">
              <a:rPr lang="en-US" smtClean="0"/>
              <a:pPr/>
              <a:t>‹#›</a:t>
            </a:fld>
            <a:endParaRPr lang="en-US"/>
          </a:p>
        </p:txBody>
      </p:sp>
    </p:spTree>
    <p:extLst>
      <p:ext uri="{BB962C8B-B14F-4D97-AF65-F5344CB8AC3E}">
        <p14:creationId xmlns:p14="http://schemas.microsoft.com/office/powerpoint/2010/main" val="2698779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1_Bullet Graphic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0A3FF856-2079-28AA-7349-18FD236F42D0}"/>
              </a:ext>
            </a:extLst>
          </p:cNvPr>
          <p:cNvSpPr>
            <a:spLocks noGrp="1"/>
          </p:cNvSpPr>
          <p:nvPr>
            <p:ph type="title"/>
          </p:nvPr>
        </p:nvSpPr>
        <p:spPr>
          <a:xfrm>
            <a:off x="635000" y="365125"/>
            <a:ext cx="10922000" cy="1325563"/>
          </a:xfrm>
          <a:prstGeom prst="rect">
            <a:avLst/>
          </a:prstGeom>
        </p:spPr>
        <p:txBody>
          <a:bodyPr>
            <a:normAutofit/>
          </a:bodyPr>
          <a:lstStyle>
            <a:lvl1pPr>
              <a:defRPr sz="4400">
                <a:solidFill>
                  <a:schemeClr val="tx1"/>
                </a:solidFill>
              </a:defRPr>
            </a:lvl1pPr>
          </a:lstStyle>
          <a:p>
            <a:r>
              <a:rPr lang="en-US"/>
              <a:t>Click to edit Master title style</a:t>
            </a:r>
          </a:p>
        </p:txBody>
      </p:sp>
      <p:sp>
        <p:nvSpPr>
          <p:cNvPr id="5" name="Text Placeholder 2">
            <a:extLst>
              <a:ext uri="{FF2B5EF4-FFF2-40B4-BE49-F238E27FC236}">
                <a16:creationId xmlns:a16="http://schemas.microsoft.com/office/drawing/2014/main" id="{04CCCAE1-48DA-96CD-BB34-0D0A1178C793}"/>
              </a:ext>
            </a:extLst>
          </p:cNvPr>
          <p:cNvSpPr>
            <a:spLocks noGrp="1"/>
          </p:cNvSpPr>
          <p:nvPr>
            <p:ph idx="1"/>
          </p:nvPr>
        </p:nvSpPr>
        <p:spPr>
          <a:xfrm>
            <a:off x="635000" y="1825625"/>
            <a:ext cx="109220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Slide Number Placeholder 8">
            <a:extLst>
              <a:ext uri="{FF2B5EF4-FFF2-40B4-BE49-F238E27FC236}">
                <a16:creationId xmlns:a16="http://schemas.microsoft.com/office/drawing/2014/main" id="{72A9AC77-30FB-915C-AECE-82BB489297E4}"/>
              </a:ext>
            </a:extLst>
          </p:cNvPr>
          <p:cNvSpPr>
            <a:spLocks noGrp="1"/>
          </p:cNvSpPr>
          <p:nvPr>
            <p:ph type="sldNum" sz="quarter" idx="12"/>
          </p:nvPr>
        </p:nvSpPr>
        <p:spPr>
          <a:xfrm>
            <a:off x="261324" y="6380841"/>
            <a:ext cx="360986" cy="154181"/>
          </a:xfrm>
          <a:prstGeom prst="rect">
            <a:avLst/>
          </a:prstGeom>
        </p:spPr>
        <p:txBody>
          <a:bodyPr/>
          <a:lstStyle/>
          <a:p>
            <a:fld id="{A1386E00-FEB9-4948-8786-D40D5ED0BD9B}" type="slidenum">
              <a:rPr lang="en-US" smtClean="0"/>
              <a:pPr/>
              <a:t>‹#›</a:t>
            </a:fld>
            <a:endParaRPr lang="en-US"/>
          </a:p>
        </p:txBody>
      </p:sp>
    </p:spTree>
    <p:extLst>
      <p:ext uri="{BB962C8B-B14F-4D97-AF65-F5344CB8AC3E}">
        <p14:creationId xmlns:p14="http://schemas.microsoft.com/office/powerpoint/2010/main" val="15744742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Thank You">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6048B320-E8FB-9F16-53C1-E1961312318D}"/>
              </a:ext>
            </a:extLst>
          </p:cNvPr>
          <p:cNvSpPr/>
          <p:nvPr userDrawn="1"/>
        </p:nvSpPr>
        <p:spPr>
          <a:xfrm>
            <a:off x="0" y="0"/>
            <a:ext cx="12192000" cy="6858000"/>
          </a:xfrm>
          <a:prstGeom prst="rect">
            <a:avLst/>
          </a:prstGeom>
          <a:solidFill>
            <a:schemeClr val="bg1">
              <a:lumMod val="95000"/>
            </a:schemeClr>
          </a:solidFill>
          <a:ln w="0" cap="flat">
            <a:noFill/>
            <a:prstDash val="solid"/>
            <a:miter/>
          </a:ln>
        </p:spPr>
        <p:txBody>
          <a:bodyPr rtlCol="0" anchor="ctr"/>
          <a:lstStyle/>
          <a:p>
            <a:pPr algn="l"/>
            <a:endParaRPr lang="en-US"/>
          </a:p>
        </p:txBody>
      </p:sp>
      <p:sp>
        <p:nvSpPr>
          <p:cNvPr id="5" name="Rectangle 4">
            <a:extLst>
              <a:ext uri="{FF2B5EF4-FFF2-40B4-BE49-F238E27FC236}">
                <a16:creationId xmlns:a16="http://schemas.microsoft.com/office/drawing/2014/main" id="{47363A8B-A172-20F2-79DE-DD298FE3B492}"/>
              </a:ext>
            </a:extLst>
          </p:cNvPr>
          <p:cNvSpPr/>
          <p:nvPr userDrawn="1"/>
        </p:nvSpPr>
        <p:spPr>
          <a:xfrm>
            <a:off x="-2" y="6785811"/>
            <a:ext cx="12192001" cy="72188"/>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ounded Rectangle 8">
            <a:extLst>
              <a:ext uri="{FF2B5EF4-FFF2-40B4-BE49-F238E27FC236}">
                <a16:creationId xmlns:a16="http://schemas.microsoft.com/office/drawing/2014/main" id="{6DB1CA38-72E5-4A21-9649-70DB4199832D}"/>
              </a:ext>
            </a:extLst>
          </p:cNvPr>
          <p:cNvSpPr/>
          <p:nvPr userDrawn="1"/>
        </p:nvSpPr>
        <p:spPr>
          <a:xfrm>
            <a:off x="-3632523" y="480989"/>
            <a:ext cx="12344399" cy="5438822"/>
          </a:xfrm>
          <a:prstGeom prst="roundRect">
            <a:avLst>
              <a:gd name="adj" fmla="val 50000"/>
            </a:avLst>
          </a:prstGeom>
          <a:no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Picture Placeholder 13">
            <a:extLst>
              <a:ext uri="{FF2B5EF4-FFF2-40B4-BE49-F238E27FC236}">
                <a16:creationId xmlns:a16="http://schemas.microsoft.com/office/drawing/2014/main" id="{013E5962-CFC8-6848-73B1-4ED230D12D72}"/>
              </a:ext>
            </a:extLst>
          </p:cNvPr>
          <p:cNvSpPr>
            <a:spLocks noGrp="1"/>
          </p:cNvSpPr>
          <p:nvPr>
            <p:ph type="pic" sz="quarter" idx="10"/>
          </p:nvPr>
        </p:nvSpPr>
        <p:spPr>
          <a:xfrm>
            <a:off x="3669088" y="918747"/>
            <a:ext cx="4563306" cy="4563306"/>
          </a:xfrm>
          <a:prstGeom prst="ellipse">
            <a:avLst/>
          </a:prstGeom>
        </p:spPr>
        <p:txBody>
          <a:bodyPr/>
          <a:lstStyle/>
          <a:p>
            <a:endParaRPr lang="en-US"/>
          </a:p>
        </p:txBody>
      </p:sp>
      <p:sp>
        <p:nvSpPr>
          <p:cNvPr id="18" name="Picture Placeholder 13">
            <a:extLst>
              <a:ext uri="{FF2B5EF4-FFF2-40B4-BE49-F238E27FC236}">
                <a16:creationId xmlns:a16="http://schemas.microsoft.com/office/drawing/2014/main" id="{493324A1-8184-06A7-CBFA-7759CA75BBA8}"/>
              </a:ext>
            </a:extLst>
          </p:cNvPr>
          <p:cNvSpPr>
            <a:spLocks noGrp="1"/>
          </p:cNvSpPr>
          <p:nvPr>
            <p:ph type="pic" sz="quarter" idx="11"/>
          </p:nvPr>
        </p:nvSpPr>
        <p:spPr>
          <a:xfrm>
            <a:off x="10113289" y="918747"/>
            <a:ext cx="4563306" cy="4563306"/>
          </a:xfrm>
          <a:prstGeom prst="ellipse">
            <a:avLst/>
          </a:prstGeom>
        </p:spPr>
        <p:txBody>
          <a:bodyPr/>
          <a:lstStyle/>
          <a:p>
            <a:endParaRPr lang="en-US"/>
          </a:p>
        </p:txBody>
      </p:sp>
      <p:sp>
        <p:nvSpPr>
          <p:cNvPr id="19" name="Picture Placeholder 13">
            <a:extLst>
              <a:ext uri="{FF2B5EF4-FFF2-40B4-BE49-F238E27FC236}">
                <a16:creationId xmlns:a16="http://schemas.microsoft.com/office/drawing/2014/main" id="{D141CE2E-2951-584A-9A09-5B9B488763CE}"/>
              </a:ext>
            </a:extLst>
          </p:cNvPr>
          <p:cNvSpPr>
            <a:spLocks noGrp="1"/>
          </p:cNvSpPr>
          <p:nvPr>
            <p:ph type="pic" sz="quarter" idx="12"/>
          </p:nvPr>
        </p:nvSpPr>
        <p:spPr>
          <a:xfrm>
            <a:off x="-2772987" y="918747"/>
            <a:ext cx="4563306" cy="4563306"/>
          </a:xfrm>
          <a:prstGeom prst="ellipse">
            <a:avLst/>
          </a:prstGeom>
        </p:spPr>
        <p:txBody>
          <a:bodyPr/>
          <a:lstStyle/>
          <a:p>
            <a:endParaRPr lang="en-US"/>
          </a:p>
        </p:txBody>
      </p:sp>
      <p:sp>
        <p:nvSpPr>
          <p:cNvPr id="21" name="TextBox 20">
            <a:extLst>
              <a:ext uri="{FF2B5EF4-FFF2-40B4-BE49-F238E27FC236}">
                <a16:creationId xmlns:a16="http://schemas.microsoft.com/office/drawing/2014/main" id="{70999F13-3AD2-C702-EA06-C403092F40FE}"/>
              </a:ext>
            </a:extLst>
          </p:cNvPr>
          <p:cNvSpPr txBox="1"/>
          <p:nvPr userDrawn="1"/>
        </p:nvSpPr>
        <p:spPr>
          <a:xfrm>
            <a:off x="1034415" y="4980420"/>
            <a:ext cx="3230880" cy="707886"/>
          </a:xfrm>
          <a:prstGeom prst="rect">
            <a:avLst/>
          </a:prstGeom>
          <a:noFill/>
        </p:spPr>
        <p:txBody>
          <a:bodyPr wrap="square" rtlCol="0">
            <a:spAutoFit/>
          </a:bodyPr>
          <a:lstStyle/>
          <a:p>
            <a:pPr algn="ctr"/>
            <a:r>
              <a:rPr lang="en-US" sz="4000">
                <a:latin typeface="Tenorite" pitchFamily="2" charset="0"/>
              </a:rPr>
              <a:t>Thank You</a:t>
            </a:r>
          </a:p>
        </p:txBody>
      </p:sp>
      <p:sp>
        <p:nvSpPr>
          <p:cNvPr id="6" name="Slide Number Placeholder 5">
            <a:extLst>
              <a:ext uri="{FF2B5EF4-FFF2-40B4-BE49-F238E27FC236}">
                <a16:creationId xmlns:a16="http://schemas.microsoft.com/office/drawing/2014/main" id="{039F6D72-AFCF-9A98-5F46-8B3B757C789C}"/>
              </a:ext>
            </a:extLst>
          </p:cNvPr>
          <p:cNvSpPr>
            <a:spLocks noGrp="1"/>
          </p:cNvSpPr>
          <p:nvPr>
            <p:ph type="sldNum" sz="quarter" idx="15"/>
          </p:nvPr>
        </p:nvSpPr>
        <p:spPr>
          <a:xfrm>
            <a:off x="261324" y="6380841"/>
            <a:ext cx="360986" cy="154181"/>
          </a:xfrm>
          <a:prstGeom prst="rect">
            <a:avLst/>
          </a:prstGeom>
        </p:spPr>
        <p:txBody>
          <a:bodyPr/>
          <a:lstStyle/>
          <a:p>
            <a:fld id="{A1386E00-FEB9-4948-8786-D40D5ED0BD9B}" type="slidenum">
              <a:rPr lang="en-US" smtClean="0"/>
              <a:pPr/>
              <a:t>‹#›</a:t>
            </a:fld>
            <a:endParaRPr lang="en-US"/>
          </a:p>
        </p:txBody>
      </p:sp>
      <p:pic>
        <p:nvPicPr>
          <p:cNvPr id="2" name="Picture 1" descr="A blue and black text box&#10;&#10;Description automatically generated with medium confidence">
            <a:extLst>
              <a:ext uri="{FF2B5EF4-FFF2-40B4-BE49-F238E27FC236}">
                <a16:creationId xmlns:a16="http://schemas.microsoft.com/office/drawing/2014/main" id="{C7E2243B-93E6-5313-B9F8-D8FE5ECA634E}"/>
              </a:ext>
            </a:extLst>
          </p:cNvPr>
          <p:cNvPicPr>
            <a:picLocks noChangeAspect="1"/>
          </p:cNvPicPr>
          <p:nvPr userDrawn="1"/>
        </p:nvPicPr>
        <p:blipFill>
          <a:blip r:embed="rId3"/>
          <a:stretch>
            <a:fillRect/>
          </a:stretch>
        </p:blipFill>
        <p:spPr>
          <a:xfrm>
            <a:off x="1830809" y="1075038"/>
            <a:ext cx="1628340" cy="407085"/>
          </a:xfrm>
          <a:prstGeom prst="rect">
            <a:avLst/>
          </a:prstGeom>
        </p:spPr>
      </p:pic>
      <p:sp>
        <p:nvSpPr>
          <p:cNvPr id="3" name="Rectangle 2">
            <a:extLst>
              <a:ext uri="{FF2B5EF4-FFF2-40B4-BE49-F238E27FC236}">
                <a16:creationId xmlns:a16="http://schemas.microsoft.com/office/drawing/2014/main" id="{254460B2-CB40-CC6A-471F-4B3B75DFB9CD}"/>
              </a:ext>
            </a:extLst>
          </p:cNvPr>
          <p:cNvSpPr/>
          <p:nvPr userDrawn="1"/>
        </p:nvSpPr>
        <p:spPr>
          <a:xfrm>
            <a:off x="10894142" y="6292645"/>
            <a:ext cx="973393" cy="242377"/>
          </a:xfrm>
          <a:prstGeom prst="rect">
            <a:avLst/>
          </a:prstGeom>
          <a:solidFill>
            <a:srgbClr val="ECF1F3"/>
          </a:solidFill>
          <a:ln w="0" cap="flat">
            <a:noFill/>
            <a:prstDash val="solid"/>
            <a:miter/>
          </a:ln>
        </p:spPr>
        <p:txBody>
          <a:bodyPr rtlCol="0" anchor="ctr"/>
          <a:lstStyle/>
          <a:p>
            <a:pPr algn="l"/>
            <a:endParaRPr lang="en-US"/>
          </a:p>
        </p:txBody>
      </p:sp>
    </p:spTree>
    <p:extLst>
      <p:ext uri="{BB962C8B-B14F-4D97-AF65-F5344CB8AC3E}">
        <p14:creationId xmlns:p14="http://schemas.microsoft.com/office/powerpoint/2010/main" val="1221579324"/>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Bulle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92E0F41D-7604-FD21-9FD0-34F18DF7BF02}"/>
              </a:ext>
            </a:extLst>
          </p:cNvPr>
          <p:cNvSpPr/>
          <p:nvPr userDrawn="1"/>
        </p:nvSpPr>
        <p:spPr>
          <a:xfrm>
            <a:off x="0" y="0"/>
            <a:ext cx="12192000" cy="6858000"/>
          </a:xfrm>
          <a:prstGeom prst="rect">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317F9C7-BCE2-E2B9-EFCE-30FE7E0E4CB6}"/>
              </a:ext>
            </a:extLst>
          </p:cNvPr>
          <p:cNvSpPr>
            <a:spLocks noGrp="1"/>
          </p:cNvSpPr>
          <p:nvPr>
            <p:ph type="title"/>
          </p:nvPr>
        </p:nvSpPr>
        <p:spPr>
          <a:xfrm>
            <a:off x="635000" y="365125"/>
            <a:ext cx="10922000" cy="1325563"/>
          </a:xfrm>
          <a:prstGeom prst="rect">
            <a:avLst/>
          </a:prstGeom>
        </p:spPr>
        <p:txBody>
          <a:bodyPr>
            <a:normAutofit/>
          </a:bodyPr>
          <a:lstStyle>
            <a:lvl1pPr>
              <a:defRPr sz="4400">
                <a:solidFill>
                  <a:schemeClr val="tx1"/>
                </a:solidFill>
              </a:defRPr>
            </a:lvl1pPr>
          </a:lstStyle>
          <a:p>
            <a:r>
              <a:rPr lang="en-US"/>
              <a:t>Click to edit Master title style</a:t>
            </a:r>
          </a:p>
        </p:txBody>
      </p:sp>
      <p:sp>
        <p:nvSpPr>
          <p:cNvPr id="3" name="Text Placeholder 2">
            <a:extLst>
              <a:ext uri="{FF2B5EF4-FFF2-40B4-BE49-F238E27FC236}">
                <a16:creationId xmlns:a16="http://schemas.microsoft.com/office/drawing/2014/main" id="{14B77A03-529D-7946-19DD-403FBDA2AC96}"/>
              </a:ext>
            </a:extLst>
          </p:cNvPr>
          <p:cNvSpPr>
            <a:spLocks noGrp="1"/>
          </p:cNvSpPr>
          <p:nvPr>
            <p:ph idx="1"/>
          </p:nvPr>
        </p:nvSpPr>
        <p:spPr>
          <a:xfrm>
            <a:off x="635000" y="1825625"/>
            <a:ext cx="109220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Slide Number Placeholder 3">
            <a:extLst>
              <a:ext uri="{FF2B5EF4-FFF2-40B4-BE49-F238E27FC236}">
                <a16:creationId xmlns:a16="http://schemas.microsoft.com/office/drawing/2014/main" id="{9D9E9338-1ADD-B1E3-6798-623CD1204D32}"/>
              </a:ext>
            </a:extLst>
          </p:cNvPr>
          <p:cNvSpPr>
            <a:spLocks noGrp="1"/>
          </p:cNvSpPr>
          <p:nvPr>
            <p:ph type="sldNum" sz="quarter" idx="10"/>
          </p:nvPr>
        </p:nvSpPr>
        <p:spPr/>
        <p:txBody>
          <a:bodyPr/>
          <a:lstStyle/>
          <a:p>
            <a:fld id="{A1386E00-FEB9-4948-8786-D40D5ED0BD9B}" type="slidenum">
              <a:rPr lang="en-US" smtClean="0"/>
              <a:pPr/>
              <a:t>‹#›</a:t>
            </a:fld>
            <a:endParaRPr lang="en-US"/>
          </a:p>
        </p:txBody>
      </p:sp>
    </p:spTree>
    <p:extLst>
      <p:ext uri="{BB962C8B-B14F-4D97-AF65-F5344CB8AC3E}">
        <p14:creationId xmlns:p14="http://schemas.microsoft.com/office/powerpoint/2010/main" val="2492592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Accelerating-Impac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BFDE754D-801A-8DD9-B98F-DC83F0D64E11}"/>
              </a:ext>
            </a:extLst>
          </p:cNvPr>
          <p:cNvSpPr/>
          <p:nvPr userDrawn="1"/>
        </p:nvSpPr>
        <p:spPr>
          <a:xfrm>
            <a:off x="0" y="0"/>
            <a:ext cx="12192000" cy="6858000"/>
          </a:xfrm>
          <a:prstGeom prst="rect">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Rounded Corners 3">
            <a:extLst>
              <a:ext uri="{FF2B5EF4-FFF2-40B4-BE49-F238E27FC236}">
                <a16:creationId xmlns:a16="http://schemas.microsoft.com/office/drawing/2014/main" id="{12CC7EA7-907B-CE40-A816-629B895A54BE}"/>
              </a:ext>
            </a:extLst>
          </p:cNvPr>
          <p:cNvSpPr/>
          <p:nvPr userDrawn="1"/>
        </p:nvSpPr>
        <p:spPr>
          <a:xfrm>
            <a:off x="393405" y="4603898"/>
            <a:ext cx="4423144" cy="2020186"/>
          </a:xfrm>
          <a:prstGeom prst="roundRect">
            <a:avLst>
              <a:gd name="adj" fmla="val 50000"/>
            </a:avLst>
          </a:prstGeom>
          <a:solidFill>
            <a:schemeClr val="bg1"/>
          </a:solidFill>
          <a:ln w="0" cap="flat">
            <a:noFill/>
            <a:prstDash val="solid"/>
            <a:miter/>
          </a:ln>
        </p:spPr>
        <p:txBody>
          <a:bodyPr rtlCol="0" anchor="ctr"/>
          <a:lstStyle/>
          <a:p>
            <a:pPr algn="l"/>
            <a:endParaRPr lang="en-US"/>
          </a:p>
        </p:txBody>
      </p:sp>
      <p:sp>
        <p:nvSpPr>
          <p:cNvPr id="7" name="Rectangle: Rounded Corners 4">
            <a:extLst>
              <a:ext uri="{FF2B5EF4-FFF2-40B4-BE49-F238E27FC236}">
                <a16:creationId xmlns:a16="http://schemas.microsoft.com/office/drawing/2014/main" id="{5E8E11DB-3BA2-EF67-A96D-0298C4D45ED3}"/>
              </a:ext>
            </a:extLst>
          </p:cNvPr>
          <p:cNvSpPr/>
          <p:nvPr userDrawn="1"/>
        </p:nvSpPr>
        <p:spPr>
          <a:xfrm rot="5400000">
            <a:off x="3912456" y="3498112"/>
            <a:ext cx="4231758" cy="2020186"/>
          </a:xfrm>
          <a:prstGeom prst="roundRect">
            <a:avLst>
              <a:gd name="adj" fmla="val 50000"/>
            </a:avLst>
          </a:prstGeom>
          <a:solidFill>
            <a:schemeClr val="bg1"/>
          </a:solidFill>
          <a:ln w="0" cap="flat">
            <a:noFill/>
            <a:prstDash val="solid"/>
            <a:miter/>
          </a:ln>
        </p:spPr>
        <p:txBody>
          <a:bodyPr rtlCol="0" anchor="ctr"/>
          <a:lstStyle/>
          <a:p>
            <a:pPr algn="l"/>
            <a:endParaRPr lang="en-US"/>
          </a:p>
        </p:txBody>
      </p:sp>
      <p:sp>
        <p:nvSpPr>
          <p:cNvPr id="8" name="Rectangle: Rounded Corners 5">
            <a:extLst>
              <a:ext uri="{FF2B5EF4-FFF2-40B4-BE49-F238E27FC236}">
                <a16:creationId xmlns:a16="http://schemas.microsoft.com/office/drawing/2014/main" id="{B1B4C015-9DFC-5132-6C0C-E6B1DE4E2B37}"/>
              </a:ext>
            </a:extLst>
          </p:cNvPr>
          <p:cNvSpPr/>
          <p:nvPr userDrawn="1"/>
        </p:nvSpPr>
        <p:spPr>
          <a:xfrm rot="5400000">
            <a:off x="6255906" y="3498112"/>
            <a:ext cx="4231758" cy="2020186"/>
          </a:xfrm>
          <a:prstGeom prst="roundRect">
            <a:avLst>
              <a:gd name="adj" fmla="val 50000"/>
            </a:avLst>
          </a:prstGeom>
          <a:solidFill>
            <a:schemeClr val="bg1"/>
          </a:solidFill>
          <a:ln w="0" cap="flat">
            <a:noFill/>
            <a:prstDash val="solid"/>
            <a:miter/>
          </a:ln>
        </p:spPr>
        <p:txBody>
          <a:bodyPr rtlCol="0" anchor="ctr"/>
          <a:lstStyle/>
          <a:p>
            <a:pPr algn="l"/>
            <a:endParaRPr lang="en-US"/>
          </a:p>
        </p:txBody>
      </p:sp>
      <p:sp>
        <p:nvSpPr>
          <p:cNvPr id="9" name="Rectangle: Rounded Corners 6">
            <a:extLst>
              <a:ext uri="{FF2B5EF4-FFF2-40B4-BE49-F238E27FC236}">
                <a16:creationId xmlns:a16="http://schemas.microsoft.com/office/drawing/2014/main" id="{151CD505-11A6-0310-765F-0D2BBAC4DD9D}"/>
              </a:ext>
            </a:extLst>
          </p:cNvPr>
          <p:cNvSpPr/>
          <p:nvPr userDrawn="1"/>
        </p:nvSpPr>
        <p:spPr>
          <a:xfrm rot="5400000">
            <a:off x="8630325" y="1299328"/>
            <a:ext cx="4231758" cy="2020186"/>
          </a:xfrm>
          <a:prstGeom prst="roundRect">
            <a:avLst>
              <a:gd name="adj" fmla="val 50000"/>
            </a:avLst>
          </a:prstGeom>
          <a:solidFill>
            <a:schemeClr val="bg1"/>
          </a:solidFill>
          <a:ln w="0" cap="flat">
            <a:noFill/>
            <a:prstDash val="solid"/>
            <a:miter/>
          </a:ln>
        </p:spPr>
        <p:txBody>
          <a:bodyPr rtlCol="0" anchor="ctr"/>
          <a:lstStyle/>
          <a:p>
            <a:pPr algn="l"/>
            <a:endParaRPr lang="en-US"/>
          </a:p>
        </p:txBody>
      </p:sp>
      <p:sp>
        <p:nvSpPr>
          <p:cNvPr id="10" name="Rectangle: Rounded Corners 7">
            <a:extLst>
              <a:ext uri="{FF2B5EF4-FFF2-40B4-BE49-F238E27FC236}">
                <a16:creationId xmlns:a16="http://schemas.microsoft.com/office/drawing/2014/main" id="{D2B7678E-6F82-2F82-6D96-50851CA11449}"/>
              </a:ext>
            </a:extLst>
          </p:cNvPr>
          <p:cNvSpPr/>
          <p:nvPr userDrawn="1"/>
        </p:nvSpPr>
        <p:spPr>
          <a:xfrm>
            <a:off x="4958734" y="233916"/>
            <a:ext cx="4423144" cy="2020186"/>
          </a:xfrm>
          <a:prstGeom prst="roundRect">
            <a:avLst>
              <a:gd name="adj" fmla="val 50000"/>
            </a:avLst>
          </a:prstGeom>
          <a:solidFill>
            <a:schemeClr val="bg1"/>
          </a:solidFill>
          <a:ln w="0" cap="flat">
            <a:noFill/>
            <a:prstDash val="solid"/>
            <a:miter/>
          </a:ln>
        </p:spPr>
        <p:txBody>
          <a:bodyPr rtlCol="0" anchor="ctr"/>
          <a:lstStyle/>
          <a:p>
            <a:pPr algn="l"/>
            <a:endParaRPr lang="en-US"/>
          </a:p>
        </p:txBody>
      </p:sp>
      <p:sp>
        <p:nvSpPr>
          <p:cNvPr id="32" name="Title 1">
            <a:extLst>
              <a:ext uri="{FF2B5EF4-FFF2-40B4-BE49-F238E27FC236}">
                <a16:creationId xmlns:a16="http://schemas.microsoft.com/office/drawing/2014/main" id="{59CBCF3F-76AD-A2DB-CFB7-03A89A068306}"/>
              </a:ext>
            </a:extLst>
          </p:cNvPr>
          <p:cNvSpPr txBox="1">
            <a:spLocks/>
          </p:cNvSpPr>
          <p:nvPr userDrawn="1"/>
        </p:nvSpPr>
        <p:spPr>
          <a:xfrm>
            <a:off x="686962" y="2035914"/>
            <a:ext cx="4833113" cy="673439"/>
          </a:xfrm>
          <a:prstGeom prst="rect">
            <a:avLst/>
          </a:prstGeom>
        </p:spPr>
        <p:txBody>
          <a:bodyPr anchor="ctr"/>
          <a:lstStyle>
            <a:lvl1pPr algn="l" defTabSz="914377"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75000"/>
              </a:lnSpc>
              <a:spcBef>
                <a:spcPts val="3000"/>
              </a:spcBef>
            </a:pPr>
            <a:r>
              <a:rPr lang="en-US" sz="5400" i="1" spc="50">
                <a:solidFill>
                  <a:schemeClr val="tx1"/>
                </a:solidFill>
                <a:latin typeface="PT Serif" panose="020A0603040505020204" pitchFamily="18" charset="77"/>
              </a:rPr>
              <a:t>Accelerating</a:t>
            </a:r>
            <a:endParaRPr lang="en-US" sz="6600" spc="50">
              <a:solidFill>
                <a:schemeClr val="tx1"/>
              </a:solidFill>
              <a:latin typeface="PT Serif" panose="020A0603040505020204" pitchFamily="18" charset="77"/>
            </a:endParaRPr>
          </a:p>
        </p:txBody>
      </p:sp>
      <p:sp>
        <p:nvSpPr>
          <p:cNvPr id="29" name="Picture Placeholder 26">
            <a:extLst>
              <a:ext uri="{FF2B5EF4-FFF2-40B4-BE49-F238E27FC236}">
                <a16:creationId xmlns:a16="http://schemas.microsoft.com/office/drawing/2014/main" id="{D9ABEC60-CAFB-7734-4FB4-C4C22C31DF4D}"/>
              </a:ext>
            </a:extLst>
          </p:cNvPr>
          <p:cNvSpPr>
            <a:spLocks noGrp="1"/>
          </p:cNvSpPr>
          <p:nvPr>
            <p:ph type="pic" sz="quarter" idx="19" hasCustomPrompt="1"/>
          </p:nvPr>
        </p:nvSpPr>
        <p:spPr>
          <a:xfrm>
            <a:off x="5392807" y="707199"/>
            <a:ext cx="1966912" cy="520700"/>
          </a:xfrm>
          <a:prstGeom prst="rect">
            <a:avLst/>
          </a:prstGeom>
        </p:spPr>
        <p:txBody>
          <a:bodyPr/>
          <a:lstStyle>
            <a:lvl1pPr marL="0" indent="0" algn="ctr">
              <a:buNone/>
              <a:defRPr i="0">
                <a:solidFill>
                  <a:schemeClr val="tx1"/>
                </a:solidFill>
                <a:latin typeface="Tenorite" pitchFamily="2" charset="0"/>
              </a:defRPr>
            </a:lvl1pPr>
          </a:lstStyle>
          <a:p>
            <a:r>
              <a:rPr lang="en-US"/>
              <a:t>LOGO</a:t>
            </a:r>
          </a:p>
        </p:txBody>
      </p:sp>
      <p:sp>
        <p:nvSpPr>
          <p:cNvPr id="28" name="Picture Placeholder 26">
            <a:extLst>
              <a:ext uri="{FF2B5EF4-FFF2-40B4-BE49-F238E27FC236}">
                <a16:creationId xmlns:a16="http://schemas.microsoft.com/office/drawing/2014/main" id="{3F629ABD-4DC1-EB04-5DF8-6137CC300445}"/>
              </a:ext>
            </a:extLst>
          </p:cNvPr>
          <p:cNvSpPr>
            <a:spLocks noGrp="1"/>
          </p:cNvSpPr>
          <p:nvPr>
            <p:ph type="pic" sz="quarter" idx="18" hasCustomPrompt="1"/>
          </p:nvPr>
        </p:nvSpPr>
        <p:spPr>
          <a:xfrm>
            <a:off x="2412734" y="5004314"/>
            <a:ext cx="1966912" cy="520700"/>
          </a:xfrm>
          <a:prstGeom prst="rect">
            <a:avLst/>
          </a:prstGeom>
        </p:spPr>
        <p:txBody>
          <a:bodyPr/>
          <a:lstStyle>
            <a:lvl1pPr marL="0" indent="0" algn="ctr">
              <a:buNone/>
              <a:defRPr i="0">
                <a:solidFill>
                  <a:schemeClr val="tx1"/>
                </a:solidFill>
                <a:latin typeface="Tenorite" pitchFamily="2" charset="0"/>
              </a:defRPr>
            </a:lvl1pPr>
          </a:lstStyle>
          <a:p>
            <a:r>
              <a:rPr lang="en-US"/>
              <a:t>LOGO</a:t>
            </a:r>
          </a:p>
        </p:txBody>
      </p:sp>
      <p:sp>
        <p:nvSpPr>
          <p:cNvPr id="27" name="Picture Placeholder 26">
            <a:extLst>
              <a:ext uri="{FF2B5EF4-FFF2-40B4-BE49-F238E27FC236}">
                <a16:creationId xmlns:a16="http://schemas.microsoft.com/office/drawing/2014/main" id="{DB2E93C4-E030-A41D-3715-359302202034}"/>
              </a:ext>
            </a:extLst>
          </p:cNvPr>
          <p:cNvSpPr>
            <a:spLocks noGrp="1"/>
          </p:cNvSpPr>
          <p:nvPr>
            <p:ph type="pic" sz="quarter" idx="17" hasCustomPrompt="1"/>
          </p:nvPr>
        </p:nvSpPr>
        <p:spPr>
          <a:xfrm>
            <a:off x="5031654" y="4423752"/>
            <a:ext cx="1966912" cy="520700"/>
          </a:xfrm>
          <a:prstGeom prst="rect">
            <a:avLst/>
          </a:prstGeom>
        </p:spPr>
        <p:txBody>
          <a:bodyPr/>
          <a:lstStyle>
            <a:lvl1pPr marL="0" indent="0" algn="ctr">
              <a:buNone/>
              <a:defRPr i="0">
                <a:solidFill>
                  <a:schemeClr val="tx1"/>
                </a:solidFill>
                <a:latin typeface="Tenorite" pitchFamily="2" charset="0"/>
              </a:defRPr>
            </a:lvl1pPr>
          </a:lstStyle>
          <a:p>
            <a:r>
              <a:rPr lang="en-US"/>
              <a:t>LOGO</a:t>
            </a:r>
          </a:p>
        </p:txBody>
      </p:sp>
      <p:sp>
        <p:nvSpPr>
          <p:cNvPr id="26" name="Picture Placeholder 26">
            <a:extLst>
              <a:ext uri="{FF2B5EF4-FFF2-40B4-BE49-F238E27FC236}">
                <a16:creationId xmlns:a16="http://schemas.microsoft.com/office/drawing/2014/main" id="{CFCE212F-73EC-DC5A-A791-C53A48614201}"/>
              </a:ext>
            </a:extLst>
          </p:cNvPr>
          <p:cNvSpPr>
            <a:spLocks noGrp="1"/>
          </p:cNvSpPr>
          <p:nvPr>
            <p:ph type="pic" sz="quarter" idx="16" hasCustomPrompt="1"/>
          </p:nvPr>
        </p:nvSpPr>
        <p:spPr>
          <a:xfrm>
            <a:off x="7400019" y="3497976"/>
            <a:ext cx="1966912" cy="520700"/>
          </a:xfrm>
          <a:prstGeom prst="rect">
            <a:avLst/>
          </a:prstGeom>
        </p:spPr>
        <p:txBody>
          <a:bodyPr/>
          <a:lstStyle>
            <a:lvl1pPr marL="0" indent="0" algn="ctr">
              <a:buNone/>
              <a:defRPr i="0">
                <a:solidFill>
                  <a:schemeClr val="tx1"/>
                </a:solidFill>
                <a:latin typeface="Tenorite" pitchFamily="2" charset="0"/>
              </a:defRPr>
            </a:lvl1pPr>
          </a:lstStyle>
          <a:p>
            <a:r>
              <a:rPr lang="en-US"/>
              <a:t>LOGO</a:t>
            </a:r>
          </a:p>
        </p:txBody>
      </p:sp>
      <p:sp>
        <p:nvSpPr>
          <p:cNvPr id="25" name="Picture Placeholder 26">
            <a:extLst>
              <a:ext uri="{FF2B5EF4-FFF2-40B4-BE49-F238E27FC236}">
                <a16:creationId xmlns:a16="http://schemas.microsoft.com/office/drawing/2014/main" id="{04C97C8F-65AB-D1BC-A774-109ED9FDA230}"/>
              </a:ext>
            </a:extLst>
          </p:cNvPr>
          <p:cNvSpPr>
            <a:spLocks noGrp="1"/>
          </p:cNvSpPr>
          <p:nvPr>
            <p:ph type="pic" sz="quarter" idx="15" hasCustomPrompt="1"/>
          </p:nvPr>
        </p:nvSpPr>
        <p:spPr>
          <a:xfrm>
            <a:off x="9751058" y="2282534"/>
            <a:ext cx="1966912" cy="520700"/>
          </a:xfrm>
          <a:prstGeom prst="rect">
            <a:avLst/>
          </a:prstGeom>
        </p:spPr>
        <p:txBody>
          <a:bodyPr/>
          <a:lstStyle>
            <a:lvl1pPr marL="0" indent="0" algn="ctr">
              <a:buNone/>
              <a:defRPr i="0">
                <a:solidFill>
                  <a:schemeClr val="tx1"/>
                </a:solidFill>
                <a:latin typeface="Tenorite" pitchFamily="2" charset="0"/>
              </a:defRPr>
            </a:lvl1pPr>
          </a:lstStyle>
          <a:p>
            <a:r>
              <a:rPr lang="en-US"/>
              <a:t>LOGO</a:t>
            </a:r>
          </a:p>
        </p:txBody>
      </p:sp>
      <p:sp>
        <p:nvSpPr>
          <p:cNvPr id="23" name="TextBox 22">
            <a:extLst>
              <a:ext uri="{FF2B5EF4-FFF2-40B4-BE49-F238E27FC236}">
                <a16:creationId xmlns:a16="http://schemas.microsoft.com/office/drawing/2014/main" id="{4F7A46C2-8F3F-29E8-0EC0-DC5292BDA591}"/>
              </a:ext>
            </a:extLst>
          </p:cNvPr>
          <p:cNvSpPr txBox="1"/>
          <p:nvPr userDrawn="1"/>
        </p:nvSpPr>
        <p:spPr>
          <a:xfrm>
            <a:off x="603228" y="2623130"/>
            <a:ext cx="4165179" cy="1200329"/>
          </a:xfrm>
          <a:prstGeom prst="rect">
            <a:avLst/>
          </a:prstGeom>
          <a:noFill/>
        </p:spPr>
        <p:txBody>
          <a:bodyPr wrap="square">
            <a:spAutoFit/>
          </a:bodyPr>
          <a:lstStyle/>
          <a:p>
            <a:r>
              <a:rPr lang="en-US" sz="7200" spc="1000">
                <a:solidFill>
                  <a:schemeClr val="accent1"/>
                </a:solidFill>
                <a:latin typeface="Tenorite" pitchFamily="2" charset="0"/>
              </a:rPr>
              <a:t>IMPACT</a:t>
            </a:r>
            <a:endParaRPr lang="en-US" sz="7200">
              <a:latin typeface="Tenorite" pitchFamily="2" charset="0"/>
            </a:endParaRPr>
          </a:p>
        </p:txBody>
      </p:sp>
      <p:sp>
        <p:nvSpPr>
          <p:cNvPr id="34" name="Text Placeholder 33">
            <a:extLst>
              <a:ext uri="{FF2B5EF4-FFF2-40B4-BE49-F238E27FC236}">
                <a16:creationId xmlns:a16="http://schemas.microsoft.com/office/drawing/2014/main" id="{6B771800-E485-2F2B-FD8F-D8C40DBAF23C}"/>
              </a:ext>
            </a:extLst>
          </p:cNvPr>
          <p:cNvSpPr>
            <a:spLocks noGrp="1"/>
          </p:cNvSpPr>
          <p:nvPr>
            <p:ph type="body" sz="quarter" idx="20" hasCustomPrompt="1"/>
          </p:nvPr>
        </p:nvSpPr>
        <p:spPr>
          <a:xfrm>
            <a:off x="5372963" y="1255433"/>
            <a:ext cx="1986756" cy="641350"/>
          </a:xfrm>
          <a:prstGeom prst="rect">
            <a:avLst/>
          </a:prstGeom>
        </p:spPr>
        <p:txBody>
          <a:bodyPr/>
          <a:lstStyle>
            <a:lvl1pPr marL="0" indent="0" algn="ctr">
              <a:buNone/>
              <a:defRPr sz="1500" i="0">
                <a:solidFill>
                  <a:schemeClr val="tx1"/>
                </a:solidFill>
                <a:latin typeface="Tenorite" pitchFamily="2" charset="0"/>
              </a:defRPr>
            </a:lvl1pPr>
            <a:lvl2pPr marL="457189" indent="0" algn="ctr">
              <a:buNone/>
              <a:defRPr sz="1500">
                <a:solidFill>
                  <a:schemeClr val="bg1"/>
                </a:solidFill>
              </a:defRPr>
            </a:lvl2pPr>
          </a:lstStyle>
          <a:p>
            <a:pPr lvl="0"/>
            <a:r>
              <a:rPr lang="en-US"/>
              <a:t>Description in three to five words.</a:t>
            </a:r>
          </a:p>
        </p:txBody>
      </p:sp>
      <p:sp>
        <p:nvSpPr>
          <p:cNvPr id="36" name="Text Placeholder 33">
            <a:extLst>
              <a:ext uri="{FF2B5EF4-FFF2-40B4-BE49-F238E27FC236}">
                <a16:creationId xmlns:a16="http://schemas.microsoft.com/office/drawing/2014/main" id="{8567E51F-5774-6AEC-E9F4-3D6233E53C7B}"/>
              </a:ext>
            </a:extLst>
          </p:cNvPr>
          <p:cNvSpPr>
            <a:spLocks noGrp="1"/>
          </p:cNvSpPr>
          <p:nvPr>
            <p:ph type="body" sz="quarter" idx="21" hasCustomPrompt="1"/>
          </p:nvPr>
        </p:nvSpPr>
        <p:spPr>
          <a:xfrm>
            <a:off x="9742334" y="2809013"/>
            <a:ext cx="1986756" cy="641350"/>
          </a:xfrm>
          <a:prstGeom prst="rect">
            <a:avLst/>
          </a:prstGeom>
        </p:spPr>
        <p:txBody>
          <a:bodyPr/>
          <a:lstStyle>
            <a:lvl1pPr marL="0" indent="0" algn="ctr">
              <a:buNone/>
              <a:defRPr sz="1500" i="0">
                <a:solidFill>
                  <a:schemeClr val="tx1"/>
                </a:solidFill>
                <a:latin typeface="Tenorite" pitchFamily="2" charset="0"/>
              </a:defRPr>
            </a:lvl1pPr>
            <a:lvl2pPr marL="457189" indent="0" algn="ctr">
              <a:buNone/>
              <a:defRPr sz="1500">
                <a:solidFill>
                  <a:schemeClr val="bg1"/>
                </a:solidFill>
              </a:defRPr>
            </a:lvl2pPr>
          </a:lstStyle>
          <a:p>
            <a:pPr lvl="0"/>
            <a:r>
              <a:rPr lang="en-US"/>
              <a:t>Description in three to five words.</a:t>
            </a:r>
          </a:p>
        </p:txBody>
      </p:sp>
      <p:sp>
        <p:nvSpPr>
          <p:cNvPr id="37" name="Text Placeholder 33">
            <a:extLst>
              <a:ext uri="{FF2B5EF4-FFF2-40B4-BE49-F238E27FC236}">
                <a16:creationId xmlns:a16="http://schemas.microsoft.com/office/drawing/2014/main" id="{5A35271B-351A-5C6B-E87B-55AA4EC556AB}"/>
              </a:ext>
            </a:extLst>
          </p:cNvPr>
          <p:cNvSpPr>
            <a:spLocks noGrp="1"/>
          </p:cNvSpPr>
          <p:nvPr>
            <p:ph type="body" sz="quarter" idx="22" hasCustomPrompt="1"/>
          </p:nvPr>
        </p:nvSpPr>
        <p:spPr>
          <a:xfrm>
            <a:off x="7380175" y="4043899"/>
            <a:ext cx="1986756" cy="641350"/>
          </a:xfrm>
          <a:prstGeom prst="rect">
            <a:avLst/>
          </a:prstGeom>
        </p:spPr>
        <p:txBody>
          <a:bodyPr/>
          <a:lstStyle>
            <a:lvl1pPr marL="0" indent="0" algn="ctr">
              <a:buNone/>
              <a:defRPr sz="1500" i="0">
                <a:solidFill>
                  <a:schemeClr val="tx1"/>
                </a:solidFill>
                <a:latin typeface="Tenorite" pitchFamily="2" charset="0"/>
              </a:defRPr>
            </a:lvl1pPr>
            <a:lvl2pPr marL="457189" indent="0" algn="ctr">
              <a:buNone/>
              <a:defRPr sz="1500">
                <a:solidFill>
                  <a:schemeClr val="bg1"/>
                </a:solidFill>
              </a:defRPr>
            </a:lvl2pPr>
          </a:lstStyle>
          <a:p>
            <a:pPr lvl="0"/>
            <a:r>
              <a:rPr lang="en-US"/>
              <a:t>Description in three to five words.</a:t>
            </a:r>
          </a:p>
        </p:txBody>
      </p:sp>
      <p:sp>
        <p:nvSpPr>
          <p:cNvPr id="38" name="Text Placeholder 33">
            <a:extLst>
              <a:ext uri="{FF2B5EF4-FFF2-40B4-BE49-F238E27FC236}">
                <a16:creationId xmlns:a16="http://schemas.microsoft.com/office/drawing/2014/main" id="{0AAD9048-5A81-944C-554D-EE1ED4424C27}"/>
              </a:ext>
            </a:extLst>
          </p:cNvPr>
          <p:cNvSpPr>
            <a:spLocks noGrp="1"/>
          </p:cNvSpPr>
          <p:nvPr>
            <p:ph type="body" sz="quarter" idx="23" hasCustomPrompt="1"/>
          </p:nvPr>
        </p:nvSpPr>
        <p:spPr>
          <a:xfrm>
            <a:off x="5011810" y="4961217"/>
            <a:ext cx="1986756" cy="641350"/>
          </a:xfrm>
          <a:prstGeom prst="rect">
            <a:avLst/>
          </a:prstGeom>
        </p:spPr>
        <p:txBody>
          <a:bodyPr/>
          <a:lstStyle>
            <a:lvl1pPr marL="0" indent="0" algn="ctr">
              <a:buNone/>
              <a:defRPr sz="1500" i="0">
                <a:solidFill>
                  <a:schemeClr val="tx1"/>
                </a:solidFill>
                <a:latin typeface="Tenorite" pitchFamily="2" charset="0"/>
              </a:defRPr>
            </a:lvl1pPr>
            <a:lvl2pPr marL="457189" indent="0" algn="ctr">
              <a:buNone/>
              <a:defRPr sz="1500">
                <a:solidFill>
                  <a:schemeClr val="bg1"/>
                </a:solidFill>
              </a:defRPr>
            </a:lvl2pPr>
          </a:lstStyle>
          <a:p>
            <a:pPr lvl="0"/>
            <a:r>
              <a:rPr lang="en-US"/>
              <a:t>Description in three to five words.</a:t>
            </a:r>
          </a:p>
        </p:txBody>
      </p:sp>
      <p:sp>
        <p:nvSpPr>
          <p:cNvPr id="39" name="Text Placeholder 33">
            <a:extLst>
              <a:ext uri="{FF2B5EF4-FFF2-40B4-BE49-F238E27FC236}">
                <a16:creationId xmlns:a16="http://schemas.microsoft.com/office/drawing/2014/main" id="{3C06C05C-C5B9-F40F-EA03-5AF4EAA36374}"/>
              </a:ext>
            </a:extLst>
          </p:cNvPr>
          <p:cNvSpPr>
            <a:spLocks noGrp="1"/>
          </p:cNvSpPr>
          <p:nvPr>
            <p:ph type="body" sz="quarter" idx="24" hasCustomPrompt="1"/>
          </p:nvPr>
        </p:nvSpPr>
        <p:spPr>
          <a:xfrm>
            <a:off x="2392890" y="5525014"/>
            <a:ext cx="1986756" cy="641350"/>
          </a:xfrm>
          <a:prstGeom prst="rect">
            <a:avLst/>
          </a:prstGeom>
        </p:spPr>
        <p:txBody>
          <a:bodyPr/>
          <a:lstStyle>
            <a:lvl1pPr marL="0" indent="0" algn="ctr">
              <a:buNone/>
              <a:defRPr sz="1500" i="0">
                <a:solidFill>
                  <a:schemeClr val="tx1"/>
                </a:solidFill>
                <a:latin typeface="Tenorite" pitchFamily="2" charset="0"/>
              </a:defRPr>
            </a:lvl1pPr>
            <a:lvl2pPr marL="457189" indent="0" algn="ctr">
              <a:buNone/>
              <a:defRPr sz="1500">
                <a:solidFill>
                  <a:schemeClr val="bg1"/>
                </a:solidFill>
              </a:defRPr>
            </a:lvl2pPr>
          </a:lstStyle>
          <a:p>
            <a:pPr lvl="0"/>
            <a:r>
              <a:rPr lang="en-US"/>
              <a:t>Description in three to five words.</a:t>
            </a:r>
          </a:p>
        </p:txBody>
      </p:sp>
      <p:sp>
        <p:nvSpPr>
          <p:cNvPr id="42" name="Picture Placeholder 41">
            <a:extLst>
              <a:ext uri="{FF2B5EF4-FFF2-40B4-BE49-F238E27FC236}">
                <a16:creationId xmlns:a16="http://schemas.microsoft.com/office/drawing/2014/main" id="{FE9C9CE2-3E08-428F-48C8-77B09EE7C392}"/>
              </a:ext>
            </a:extLst>
          </p:cNvPr>
          <p:cNvSpPr>
            <a:spLocks noGrp="1"/>
          </p:cNvSpPr>
          <p:nvPr>
            <p:ph type="pic" sz="quarter" idx="25"/>
          </p:nvPr>
        </p:nvSpPr>
        <p:spPr>
          <a:xfrm>
            <a:off x="7501222" y="355567"/>
            <a:ext cx="1744662" cy="1744663"/>
          </a:xfrm>
          <a:prstGeom prst="ellipse">
            <a:avLst/>
          </a:prstGeom>
        </p:spPr>
        <p:txBody>
          <a:bodyPr/>
          <a:lstStyle>
            <a:lvl1pPr>
              <a:defRPr i="0">
                <a:latin typeface="Tenorite" pitchFamily="2" charset="0"/>
              </a:defRPr>
            </a:lvl1pPr>
          </a:lstStyle>
          <a:p>
            <a:endParaRPr lang="en-US"/>
          </a:p>
        </p:txBody>
      </p:sp>
      <p:sp>
        <p:nvSpPr>
          <p:cNvPr id="43" name="Picture Placeholder 41">
            <a:extLst>
              <a:ext uri="{FF2B5EF4-FFF2-40B4-BE49-F238E27FC236}">
                <a16:creationId xmlns:a16="http://schemas.microsoft.com/office/drawing/2014/main" id="{DD452C84-B7D1-FE72-24CA-AFE53BB27586}"/>
              </a:ext>
            </a:extLst>
          </p:cNvPr>
          <p:cNvSpPr>
            <a:spLocks noGrp="1"/>
          </p:cNvSpPr>
          <p:nvPr>
            <p:ph type="pic" sz="quarter" idx="26"/>
          </p:nvPr>
        </p:nvSpPr>
        <p:spPr>
          <a:xfrm>
            <a:off x="9862183" y="355567"/>
            <a:ext cx="1744662" cy="1744663"/>
          </a:xfrm>
          <a:prstGeom prst="ellipse">
            <a:avLst/>
          </a:prstGeom>
        </p:spPr>
        <p:txBody>
          <a:bodyPr/>
          <a:lstStyle>
            <a:lvl1pPr>
              <a:defRPr i="0">
                <a:latin typeface="Tenorite" pitchFamily="2" charset="0"/>
              </a:defRPr>
            </a:lvl1pPr>
          </a:lstStyle>
          <a:p>
            <a:endParaRPr lang="en-US"/>
          </a:p>
        </p:txBody>
      </p:sp>
      <p:sp>
        <p:nvSpPr>
          <p:cNvPr id="44" name="Picture Placeholder 41">
            <a:extLst>
              <a:ext uri="{FF2B5EF4-FFF2-40B4-BE49-F238E27FC236}">
                <a16:creationId xmlns:a16="http://schemas.microsoft.com/office/drawing/2014/main" id="{7F35BCF2-EF25-E6AE-7BDE-2D3B544C1251}"/>
              </a:ext>
            </a:extLst>
          </p:cNvPr>
          <p:cNvSpPr>
            <a:spLocks noGrp="1"/>
          </p:cNvSpPr>
          <p:nvPr>
            <p:ph type="pic" sz="quarter" idx="27"/>
          </p:nvPr>
        </p:nvSpPr>
        <p:spPr>
          <a:xfrm>
            <a:off x="7501222" y="4757770"/>
            <a:ext cx="1744662" cy="1744663"/>
          </a:xfrm>
          <a:prstGeom prst="ellipse">
            <a:avLst/>
          </a:prstGeom>
        </p:spPr>
        <p:txBody>
          <a:bodyPr/>
          <a:lstStyle>
            <a:lvl1pPr>
              <a:defRPr i="0">
                <a:latin typeface="Tenorite" pitchFamily="2" charset="0"/>
              </a:defRPr>
            </a:lvl1pPr>
          </a:lstStyle>
          <a:p>
            <a:endParaRPr lang="en-US"/>
          </a:p>
        </p:txBody>
      </p:sp>
      <p:sp>
        <p:nvSpPr>
          <p:cNvPr id="45" name="Picture Placeholder 41">
            <a:extLst>
              <a:ext uri="{FF2B5EF4-FFF2-40B4-BE49-F238E27FC236}">
                <a16:creationId xmlns:a16="http://schemas.microsoft.com/office/drawing/2014/main" id="{D9967294-761E-377E-8CCF-BD7A61B0377D}"/>
              </a:ext>
            </a:extLst>
          </p:cNvPr>
          <p:cNvSpPr>
            <a:spLocks noGrp="1"/>
          </p:cNvSpPr>
          <p:nvPr>
            <p:ph type="pic" sz="quarter" idx="28"/>
          </p:nvPr>
        </p:nvSpPr>
        <p:spPr>
          <a:xfrm>
            <a:off x="5139236" y="2548287"/>
            <a:ext cx="1744662" cy="1744663"/>
          </a:xfrm>
          <a:prstGeom prst="ellipse">
            <a:avLst/>
          </a:prstGeom>
        </p:spPr>
        <p:txBody>
          <a:bodyPr/>
          <a:lstStyle>
            <a:lvl1pPr>
              <a:defRPr i="0">
                <a:latin typeface="Tenorite" pitchFamily="2" charset="0"/>
              </a:defRPr>
            </a:lvl1pPr>
          </a:lstStyle>
          <a:p>
            <a:endParaRPr lang="en-US"/>
          </a:p>
        </p:txBody>
      </p:sp>
      <p:sp>
        <p:nvSpPr>
          <p:cNvPr id="46" name="Picture Placeholder 41">
            <a:extLst>
              <a:ext uri="{FF2B5EF4-FFF2-40B4-BE49-F238E27FC236}">
                <a16:creationId xmlns:a16="http://schemas.microsoft.com/office/drawing/2014/main" id="{D7BFFE05-D336-7F36-BBB3-44FFB4FB4648}"/>
              </a:ext>
            </a:extLst>
          </p:cNvPr>
          <p:cNvSpPr>
            <a:spLocks noGrp="1"/>
          </p:cNvSpPr>
          <p:nvPr>
            <p:ph type="pic" sz="quarter" idx="29"/>
          </p:nvPr>
        </p:nvSpPr>
        <p:spPr>
          <a:xfrm>
            <a:off x="553027" y="4748438"/>
            <a:ext cx="1744662" cy="1744663"/>
          </a:xfrm>
          <a:prstGeom prst="ellipse">
            <a:avLst/>
          </a:prstGeom>
        </p:spPr>
        <p:txBody>
          <a:bodyPr/>
          <a:lstStyle>
            <a:lvl1pPr>
              <a:defRPr i="0">
                <a:latin typeface="Tenorite" pitchFamily="2" charset="0"/>
              </a:defRPr>
            </a:lvl1pPr>
          </a:lstStyle>
          <a:p>
            <a:endParaRPr lang="en-US"/>
          </a:p>
        </p:txBody>
      </p:sp>
      <p:pic>
        <p:nvPicPr>
          <p:cNvPr id="2" name="Picture 1" descr="A blue and black text box&#10;&#10;Description automatically generated with medium confidence">
            <a:extLst>
              <a:ext uri="{FF2B5EF4-FFF2-40B4-BE49-F238E27FC236}">
                <a16:creationId xmlns:a16="http://schemas.microsoft.com/office/drawing/2014/main" id="{0F874467-AFDE-2642-FDD3-7651D37C60CD}"/>
              </a:ext>
            </a:extLst>
          </p:cNvPr>
          <p:cNvPicPr>
            <a:picLocks noGrp="1" noRot="1" noMove="1" noResize="1" noEditPoints="1" noAdjustHandles="1" noChangeArrowheads="1" noChangeShapeType="1" noCrop="1"/>
          </p:cNvPicPr>
          <p:nvPr userDrawn="1"/>
        </p:nvPicPr>
        <p:blipFill>
          <a:blip r:embed="rId3"/>
          <a:stretch>
            <a:fillRect/>
          </a:stretch>
        </p:blipFill>
        <p:spPr>
          <a:xfrm>
            <a:off x="11094915" y="6335769"/>
            <a:ext cx="699048" cy="174762"/>
          </a:xfrm>
          <a:prstGeom prst="rect">
            <a:avLst/>
          </a:prstGeom>
        </p:spPr>
      </p:pic>
      <p:sp>
        <p:nvSpPr>
          <p:cNvPr id="4" name="Slide Number Placeholder 3">
            <a:extLst>
              <a:ext uri="{FF2B5EF4-FFF2-40B4-BE49-F238E27FC236}">
                <a16:creationId xmlns:a16="http://schemas.microsoft.com/office/drawing/2014/main" id="{99FECEE1-CEED-29C2-8D84-8FC51A0F898C}"/>
              </a:ext>
            </a:extLst>
          </p:cNvPr>
          <p:cNvSpPr>
            <a:spLocks noGrp="1"/>
          </p:cNvSpPr>
          <p:nvPr>
            <p:ph type="sldNum" sz="quarter" idx="30"/>
          </p:nvPr>
        </p:nvSpPr>
        <p:spPr/>
        <p:txBody>
          <a:bodyPr/>
          <a:lstStyle/>
          <a:p>
            <a:fld id="{A1386E00-FEB9-4948-8786-D40D5ED0BD9B}" type="slidenum">
              <a:rPr lang="en-US" smtClean="0"/>
              <a:pPr/>
              <a:t>‹#›</a:t>
            </a:fld>
            <a:endParaRPr lang="en-US"/>
          </a:p>
        </p:txBody>
      </p:sp>
      <p:pic>
        <p:nvPicPr>
          <p:cNvPr id="5" name="Picture 4" descr="A blue and black text box&#10;&#10;Description automatically generated with medium confidence">
            <a:extLst>
              <a:ext uri="{FF2B5EF4-FFF2-40B4-BE49-F238E27FC236}">
                <a16:creationId xmlns:a16="http://schemas.microsoft.com/office/drawing/2014/main" id="{245AFE46-3CA5-2692-9ED5-015DFEC73AB4}"/>
              </a:ext>
            </a:extLst>
          </p:cNvPr>
          <p:cNvPicPr>
            <a:picLocks noChangeAspect="1"/>
          </p:cNvPicPr>
          <p:nvPr userDrawn="1"/>
        </p:nvPicPr>
        <p:blipFill>
          <a:blip r:embed="rId3"/>
          <a:stretch>
            <a:fillRect/>
          </a:stretch>
        </p:blipFill>
        <p:spPr>
          <a:xfrm>
            <a:off x="11094915" y="6335769"/>
            <a:ext cx="699048" cy="174762"/>
          </a:xfrm>
          <a:prstGeom prst="rect">
            <a:avLst/>
          </a:prstGeom>
        </p:spPr>
      </p:pic>
    </p:spTree>
    <p:extLst>
      <p:ext uri="{BB962C8B-B14F-4D97-AF65-F5344CB8AC3E}">
        <p14:creationId xmlns:p14="http://schemas.microsoft.com/office/powerpoint/2010/main" val="12799258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Blank">
    <p:bg>
      <p:bgPr>
        <a:solidFill>
          <a:schemeClr val="bg1"/>
        </a:solidFill>
        <a:effectLst/>
      </p:bgPr>
    </p:bg>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A0547F5E-EA43-916C-9692-20C2792E574D}"/>
              </a:ext>
            </a:extLst>
          </p:cNvPr>
          <p:cNvSpPr>
            <a:spLocks noGrp="1"/>
          </p:cNvSpPr>
          <p:nvPr>
            <p:ph type="sldNum" sz="quarter" idx="12"/>
          </p:nvPr>
        </p:nvSpPr>
        <p:spPr/>
        <p:txBody>
          <a:bodyPr/>
          <a:lstStyle/>
          <a:p>
            <a:fld id="{A1386E00-FEB9-4948-8786-D40D5ED0BD9B}" type="slidenum">
              <a:rPr lang="en-US" smtClean="0"/>
              <a:pPr/>
              <a:t>‹#›</a:t>
            </a:fld>
            <a:endParaRPr lang="en-US"/>
          </a:p>
        </p:txBody>
      </p:sp>
      <p:sp>
        <p:nvSpPr>
          <p:cNvPr id="2" name="Rectangle 1">
            <a:extLst>
              <a:ext uri="{FF2B5EF4-FFF2-40B4-BE49-F238E27FC236}">
                <a16:creationId xmlns:a16="http://schemas.microsoft.com/office/drawing/2014/main" id="{4192456A-44B0-1BA6-8B42-8A1C6C8A0BB3}"/>
              </a:ext>
            </a:extLst>
          </p:cNvPr>
          <p:cNvSpPr/>
          <p:nvPr userDrawn="1"/>
        </p:nvSpPr>
        <p:spPr>
          <a:xfrm>
            <a:off x="0" y="0"/>
            <a:ext cx="12192000" cy="6858000"/>
          </a:xfrm>
          <a:prstGeom prst="rect">
            <a:avLst/>
          </a:prstGeom>
          <a:solidFill>
            <a:schemeClr val="bg1"/>
          </a:solidFill>
          <a:ln w="0" cap="flat">
            <a:noFill/>
            <a:prstDash val="solid"/>
            <a:miter/>
          </a:ln>
        </p:spPr>
        <p:txBody>
          <a:bodyPr rtlCol="0" anchor="ctr"/>
          <a:lstStyle/>
          <a:p>
            <a:pPr algn="l"/>
            <a:endParaRPr lang="en-US"/>
          </a:p>
        </p:txBody>
      </p:sp>
    </p:spTree>
    <p:extLst>
      <p:ext uri="{BB962C8B-B14F-4D97-AF65-F5344CB8AC3E}">
        <p14:creationId xmlns:p14="http://schemas.microsoft.com/office/powerpoint/2010/main" val="4010437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Blank-Grey">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7CCAC71-8169-A129-52C0-FD0430EEA8E3}"/>
              </a:ext>
            </a:extLst>
          </p:cNvPr>
          <p:cNvSpPr/>
          <p:nvPr userDrawn="1"/>
        </p:nvSpPr>
        <p:spPr>
          <a:xfrm>
            <a:off x="0" y="0"/>
            <a:ext cx="12192000" cy="6858000"/>
          </a:xfrm>
          <a:prstGeom prst="rect">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Slide Number Placeholder 6">
            <a:extLst>
              <a:ext uri="{FF2B5EF4-FFF2-40B4-BE49-F238E27FC236}">
                <a16:creationId xmlns:a16="http://schemas.microsoft.com/office/drawing/2014/main" id="{A0547F5E-EA43-916C-9692-20C2792E574D}"/>
              </a:ext>
            </a:extLst>
          </p:cNvPr>
          <p:cNvSpPr>
            <a:spLocks noGrp="1"/>
          </p:cNvSpPr>
          <p:nvPr>
            <p:ph type="sldNum" sz="quarter" idx="12"/>
          </p:nvPr>
        </p:nvSpPr>
        <p:spPr/>
        <p:txBody>
          <a:bodyPr/>
          <a:lstStyle/>
          <a:p>
            <a:fld id="{A1386E00-FEB9-4948-8786-D40D5ED0BD9B}" type="slidenum">
              <a:rPr lang="en-US" smtClean="0"/>
              <a:pPr/>
              <a:t>‹#›</a:t>
            </a:fld>
            <a:endParaRPr lang="en-US"/>
          </a:p>
        </p:txBody>
      </p:sp>
    </p:spTree>
    <p:extLst>
      <p:ext uri="{BB962C8B-B14F-4D97-AF65-F5344CB8AC3E}">
        <p14:creationId xmlns:p14="http://schemas.microsoft.com/office/powerpoint/2010/main" val="4122392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Trainin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ABDD6331-9F12-A56E-3C7F-FFC49E7D403A}"/>
              </a:ext>
            </a:extLst>
          </p:cNvPr>
          <p:cNvSpPr/>
          <p:nvPr userDrawn="1"/>
        </p:nvSpPr>
        <p:spPr>
          <a:xfrm>
            <a:off x="0" y="0"/>
            <a:ext cx="12192000" cy="6858000"/>
          </a:xfrm>
          <a:prstGeom prst="rect">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 Placeholder 14">
            <a:extLst>
              <a:ext uri="{FF2B5EF4-FFF2-40B4-BE49-F238E27FC236}">
                <a16:creationId xmlns:a16="http://schemas.microsoft.com/office/drawing/2014/main" id="{4232338F-8713-F314-5640-0D951BCEBF9A}"/>
              </a:ext>
            </a:extLst>
          </p:cNvPr>
          <p:cNvSpPr>
            <a:spLocks noGrp="1"/>
          </p:cNvSpPr>
          <p:nvPr>
            <p:ph type="body" sz="quarter" idx="11" hasCustomPrompt="1"/>
          </p:nvPr>
        </p:nvSpPr>
        <p:spPr>
          <a:xfrm>
            <a:off x="777875" y="1214438"/>
            <a:ext cx="3883335" cy="484187"/>
          </a:xfrm>
          <a:prstGeom prst="rect">
            <a:avLst/>
          </a:prstGeom>
        </p:spPr>
        <p:txBody>
          <a:bodyPr/>
          <a:lstStyle>
            <a:lvl1pPr marL="0" indent="0">
              <a:buNone/>
              <a:defRPr sz="1800">
                <a:solidFill>
                  <a:schemeClr val="accent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ENTER SUBTITLE HERE IF NEEDED</a:t>
            </a:r>
          </a:p>
        </p:txBody>
      </p:sp>
      <p:sp>
        <p:nvSpPr>
          <p:cNvPr id="4" name="Text Placeholder 12">
            <a:extLst>
              <a:ext uri="{FF2B5EF4-FFF2-40B4-BE49-F238E27FC236}">
                <a16:creationId xmlns:a16="http://schemas.microsoft.com/office/drawing/2014/main" id="{81481024-9B28-D12E-AEBA-93F75F634FF0}"/>
              </a:ext>
            </a:extLst>
          </p:cNvPr>
          <p:cNvSpPr>
            <a:spLocks noGrp="1"/>
          </p:cNvSpPr>
          <p:nvPr>
            <p:ph type="body" sz="quarter" idx="10" hasCustomPrompt="1"/>
          </p:nvPr>
        </p:nvSpPr>
        <p:spPr>
          <a:xfrm>
            <a:off x="777874" y="1845079"/>
            <a:ext cx="10577697" cy="646331"/>
          </a:xfrm>
          <a:prstGeom prst="rect">
            <a:avLst/>
          </a:prstGeom>
        </p:spPr>
        <p:txBody>
          <a:bodyPr/>
          <a:lstStyle>
            <a:lvl1pPr marL="0" indent="0">
              <a:buFontTx/>
              <a:buNone/>
              <a:defRPr sz="16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Insert short sentence or paragraph here about training</a:t>
            </a:r>
          </a:p>
        </p:txBody>
      </p:sp>
      <p:sp>
        <p:nvSpPr>
          <p:cNvPr id="8" name="Text Placeholder 12">
            <a:extLst>
              <a:ext uri="{FF2B5EF4-FFF2-40B4-BE49-F238E27FC236}">
                <a16:creationId xmlns:a16="http://schemas.microsoft.com/office/drawing/2014/main" id="{0B092B79-558C-BF64-F568-AC57D275034C}"/>
              </a:ext>
            </a:extLst>
          </p:cNvPr>
          <p:cNvSpPr>
            <a:spLocks noGrp="1"/>
          </p:cNvSpPr>
          <p:nvPr>
            <p:ph type="body" sz="quarter" idx="12" hasCustomPrompt="1"/>
          </p:nvPr>
        </p:nvSpPr>
        <p:spPr>
          <a:xfrm>
            <a:off x="2425072" y="3543704"/>
            <a:ext cx="7341856" cy="646331"/>
          </a:xfrm>
          <a:prstGeom prst="rect">
            <a:avLst/>
          </a:prstGeom>
        </p:spPr>
        <p:txBody>
          <a:bodyPr/>
          <a:lstStyle>
            <a:lvl1pPr marL="0" indent="0" algn="ctr">
              <a:buFontTx/>
              <a:buNone/>
              <a:defRPr sz="16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Insert short sentence or paragraph here about training description</a:t>
            </a:r>
          </a:p>
        </p:txBody>
      </p:sp>
      <p:pic>
        <p:nvPicPr>
          <p:cNvPr id="11" name="Picture 10" descr="A blue and black text box&#10;&#10;Description automatically generated with medium confidence">
            <a:extLst>
              <a:ext uri="{FF2B5EF4-FFF2-40B4-BE49-F238E27FC236}">
                <a16:creationId xmlns:a16="http://schemas.microsoft.com/office/drawing/2014/main" id="{86935ACD-13EA-49B7-B872-94BBD77570E3}"/>
              </a:ext>
            </a:extLst>
          </p:cNvPr>
          <p:cNvPicPr>
            <a:picLocks noChangeAspect="1"/>
          </p:cNvPicPr>
          <p:nvPr userDrawn="1"/>
        </p:nvPicPr>
        <p:blipFill>
          <a:blip r:embed="rId2"/>
          <a:stretch>
            <a:fillRect/>
          </a:stretch>
        </p:blipFill>
        <p:spPr>
          <a:xfrm>
            <a:off x="11094915" y="6335769"/>
            <a:ext cx="699048" cy="174762"/>
          </a:xfrm>
          <a:prstGeom prst="rect">
            <a:avLst/>
          </a:prstGeom>
        </p:spPr>
      </p:pic>
      <p:sp>
        <p:nvSpPr>
          <p:cNvPr id="5" name="TextBox 4">
            <a:extLst>
              <a:ext uri="{FF2B5EF4-FFF2-40B4-BE49-F238E27FC236}">
                <a16:creationId xmlns:a16="http://schemas.microsoft.com/office/drawing/2014/main" id="{E9B6DCDB-F210-2138-7F7C-A6274F410D0C}"/>
              </a:ext>
            </a:extLst>
          </p:cNvPr>
          <p:cNvSpPr txBox="1"/>
          <p:nvPr userDrawn="1"/>
        </p:nvSpPr>
        <p:spPr>
          <a:xfrm>
            <a:off x="635000" y="6327126"/>
            <a:ext cx="2433010" cy="261610"/>
          </a:xfrm>
          <a:prstGeom prst="rect">
            <a:avLst/>
          </a:prstGeom>
          <a:noFill/>
        </p:spPr>
        <p:txBody>
          <a:bodyPr wrap="square" rtlCol="0" anchor="ctr">
            <a:spAutoFit/>
          </a:bodyPr>
          <a:lstStyle/>
          <a:p>
            <a:pPr algn="l"/>
            <a:r>
              <a:rPr lang="en-US" sz="1100" b="0" i="0" spc="0">
                <a:solidFill>
                  <a:schemeClr val="bg1">
                    <a:lumMod val="75000"/>
                  </a:schemeClr>
                </a:solidFill>
                <a:effectLst/>
                <a:latin typeface="Tenorite" pitchFamily="2" charset="0"/>
              </a:rPr>
              <a:t>Confidential - Proprietary to AHEAD</a:t>
            </a:r>
            <a:endParaRPr lang="en-US" sz="1100" i="0" spc="0">
              <a:solidFill>
                <a:schemeClr val="bg1">
                  <a:lumMod val="75000"/>
                </a:schemeClr>
              </a:solidFill>
              <a:latin typeface="Tenorite" pitchFamily="2" charset="0"/>
            </a:endParaRPr>
          </a:p>
        </p:txBody>
      </p:sp>
    </p:spTree>
    <p:extLst>
      <p:ext uri="{BB962C8B-B14F-4D97-AF65-F5344CB8AC3E}">
        <p14:creationId xmlns:p14="http://schemas.microsoft.com/office/powerpoint/2010/main" val="98976255"/>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titleOnly" preserve="1">
  <p:cSld name="3_Title Only">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9F94064F-7AEC-4CBF-852E-7E1D38BCCB74}"/>
              </a:ext>
            </a:extLst>
          </p:cNvPr>
          <p:cNvSpPr/>
          <p:nvPr userDrawn="1"/>
        </p:nvSpPr>
        <p:spPr>
          <a:xfrm>
            <a:off x="0" y="0"/>
            <a:ext cx="12191999" cy="6858000"/>
          </a:xfrm>
          <a:prstGeom prst="rect">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4EC12E0-3E4F-516C-6E10-5A7C06708F5C}"/>
              </a:ext>
            </a:extLst>
          </p:cNvPr>
          <p:cNvSpPr>
            <a:spLocks noGrp="1"/>
          </p:cNvSpPr>
          <p:nvPr>
            <p:ph type="title"/>
          </p:nvPr>
        </p:nvSpPr>
        <p:spPr>
          <a:xfrm>
            <a:off x="639185" y="365125"/>
            <a:ext cx="10759440" cy="1325563"/>
          </a:xfrm>
          <a:prstGeom prst="rect">
            <a:avLst/>
          </a:prstGeom>
        </p:spPr>
        <p:txBody>
          <a:bodyPr anchor="t">
            <a:normAutofit/>
          </a:bodyPr>
          <a:lstStyle>
            <a:lvl1pPr>
              <a:defRPr sz="3600"/>
            </a:lvl1pPr>
          </a:lstStyle>
          <a:p>
            <a:r>
              <a:rPr lang="en-US"/>
              <a:t>Click to edit Master title style</a:t>
            </a:r>
          </a:p>
        </p:txBody>
      </p:sp>
      <p:sp>
        <p:nvSpPr>
          <p:cNvPr id="5" name="Slide Number Placeholder 5">
            <a:extLst>
              <a:ext uri="{FF2B5EF4-FFF2-40B4-BE49-F238E27FC236}">
                <a16:creationId xmlns:a16="http://schemas.microsoft.com/office/drawing/2014/main" id="{A6BDB3F8-C593-47C6-B884-5A04D5AD1FB2}"/>
              </a:ext>
            </a:extLst>
          </p:cNvPr>
          <p:cNvSpPr>
            <a:spLocks noGrp="1"/>
          </p:cNvSpPr>
          <p:nvPr>
            <p:ph type="sldNum" sz="quarter" idx="4"/>
          </p:nvPr>
        </p:nvSpPr>
        <p:spPr>
          <a:xfrm>
            <a:off x="261324" y="6380841"/>
            <a:ext cx="360986" cy="154181"/>
          </a:xfrm>
          <a:prstGeom prst="rect">
            <a:avLst/>
          </a:prstGeom>
        </p:spPr>
        <p:txBody>
          <a:bodyPr vert="horz" lIns="91440" tIns="45720" rIns="91440" bIns="45720" rtlCol="0" anchor="ctr"/>
          <a:lstStyle>
            <a:lvl1pPr algn="r">
              <a:defRPr sz="1100">
                <a:solidFill>
                  <a:schemeClr val="tx1"/>
                </a:solidFill>
                <a:latin typeface="Tenorite" pitchFamily="2" charset="0"/>
              </a:defRPr>
            </a:lvl1pPr>
          </a:lstStyle>
          <a:p>
            <a:fld id="{A1386E00-FEB9-4948-8786-D40D5ED0BD9B}" type="slidenum">
              <a:rPr lang="en-US"/>
              <a:pPr/>
              <a:t>‹#›</a:t>
            </a:fld>
            <a:endParaRPr lang="en-US"/>
          </a:p>
        </p:txBody>
      </p:sp>
      <p:sp>
        <p:nvSpPr>
          <p:cNvPr id="6" name="Rectangle 5">
            <a:extLst>
              <a:ext uri="{FF2B5EF4-FFF2-40B4-BE49-F238E27FC236}">
                <a16:creationId xmlns:a16="http://schemas.microsoft.com/office/drawing/2014/main" id="{D3A0B6E6-172A-4F56-9FDF-D2B7AE27D065}"/>
              </a:ext>
            </a:extLst>
          </p:cNvPr>
          <p:cNvSpPr/>
          <p:nvPr userDrawn="1"/>
        </p:nvSpPr>
        <p:spPr>
          <a:xfrm>
            <a:off x="-2" y="6785811"/>
            <a:ext cx="12192001" cy="72188"/>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descr="A blue and black text box&#10;&#10;Description automatically generated with medium confidence">
            <a:extLst>
              <a:ext uri="{FF2B5EF4-FFF2-40B4-BE49-F238E27FC236}">
                <a16:creationId xmlns:a16="http://schemas.microsoft.com/office/drawing/2014/main" id="{9303CBDC-9E8D-4ADE-ABE5-EDC55FAE7581}"/>
              </a:ext>
            </a:extLst>
          </p:cNvPr>
          <p:cNvPicPr>
            <a:picLocks noGrp="1" noRot="1" noChangeAspect="1" noMove="1" noResize="1" noEditPoints="1" noAdjustHandles="1" noChangeArrowheads="1" noChangeShapeType="1" noCrop="1"/>
          </p:cNvPicPr>
          <p:nvPr userDrawn="1"/>
        </p:nvPicPr>
        <p:blipFill>
          <a:blip r:embed="rId3"/>
          <a:stretch>
            <a:fillRect/>
          </a:stretch>
        </p:blipFill>
        <p:spPr>
          <a:xfrm>
            <a:off x="11094915" y="6335769"/>
            <a:ext cx="699048" cy="174762"/>
          </a:xfrm>
          <a:prstGeom prst="rect">
            <a:avLst/>
          </a:prstGeom>
        </p:spPr>
      </p:pic>
    </p:spTree>
    <p:extLst>
      <p:ext uri="{BB962C8B-B14F-4D97-AF65-F5344CB8AC3E}">
        <p14:creationId xmlns:p14="http://schemas.microsoft.com/office/powerpoint/2010/main" val="1391153854"/>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1_Title Only + Body">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E9987AFF-BA46-4E77-94BB-08119EFAC455}"/>
              </a:ext>
            </a:extLst>
          </p:cNvPr>
          <p:cNvSpPr/>
          <p:nvPr userDrawn="1"/>
        </p:nvSpPr>
        <p:spPr>
          <a:xfrm>
            <a:off x="0" y="0"/>
            <a:ext cx="12191999" cy="6858000"/>
          </a:xfrm>
          <a:prstGeom prst="rect">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4EC12E0-3E4F-516C-6E10-5A7C06708F5C}"/>
              </a:ext>
            </a:extLst>
          </p:cNvPr>
          <p:cNvSpPr>
            <a:spLocks noGrp="1"/>
          </p:cNvSpPr>
          <p:nvPr>
            <p:ph type="title"/>
          </p:nvPr>
        </p:nvSpPr>
        <p:spPr>
          <a:xfrm>
            <a:off x="639185" y="365125"/>
            <a:ext cx="10759440" cy="1325563"/>
          </a:xfrm>
          <a:prstGeom prst="rect">
            <a:avLst/>
          </a:prstGeom>
        </p:spPr>
        <p:txBody>
          <a:bodyPr anchor="t">
            <a:normAutofit/>
          </a:bodyPr>
          <a:lstStyle>
            <a:lvl1pPr>
              <a:defRPr sz="3600"/>
            </a:lvl1pPr>
          </a:lstStyle>
          <a:p>
            <a:r>
              <a:rPr lang="en-US"/>
              <a:t>Click to edit Master title style</a:t>
            </a:r>
          </a:p>
        </p:txBody>
      </p:sp>
      <p:sp>
        <p:nvSpPr>
          <p:cNvPr id="9" name="Text Placeholder 10">
            <a:extLst>
              <a:ext uri="{FF2B5EF4-FFF2-40B4-BE49-F238E27FC236}">
                <a16:creationId xmlns:a16="http://schemas.microsoft.com/office/drawing/2014/main" id="{C38DDF51-5639-4E67-969A-2529355ECB7C}"/>
              </a:ext>
            </a:extLst>
          </p:cNvPr>
          <p:cNvSpPr>
            <a:spLocks noGrp="1"/>
          </p:cNvSpPr>
          <p:nvPr>
            <p:ph type="body" sz="quarter" idx="12" hasCustomPrompt="1"/>
          </p:nvPr>
        </p:nvSpPr>
        <p:spPr>
          <a:xfrm>
            <a:off x="609600" y="1089931"/>
            <a:ext cx="10972800" cy="309971"/>
          </a:xfrm>
          <a:prstGeom prst="rect">
            <a:avLst/>
          </a:prstGeom>
        </p:spPr>
        <p:txBody>
          <a:bodyPr lIns="91440" tIns="45720" rIns="91440" bIns="45720" anchor="t">
            <a:noAutofit/>
          </a:bodyPr>
          <a:lstStyle>
            <a:lvl1pPr marL="0" indent="0">
              <a:lnSpc>
                <a:spcPct val="100000"/>
              </a:lnSpc>
              <a:buNone/>
              <a:defRPr sz="1400" b="0" i="1">
                <a:solidFill>
                  <a:schemeClr val="accent1"/>
                </a:solidFill>
                <a:latin typeface="PT Serif" panose="020A0603040505020204"/>
                <a:ea typeface="PT Serif" panose="020A0603040505020204"/>
                <a:cs typeface="Arial" charset="0"/>
              </a:defRPr>
            </a:lvl1pPr>
          </a:lstStyle>
          <a:p>
            <a:pPr lvl="0"/>
            <a:r>
              <a:rPr lang="en-US"/>
              <a:t>Click to edit slide subtitle</a:t>
            </a:r>
          </a:p>
        </p:txBody>
      </p:sp>
      <p:sp>
        <p:nvSpPr>
          <p:cNvPr id="8" name="Slide Number Placeholder 5">
            <a:extLst>
              <a:ext uri="{FF2B5EF4-FFF2-40B4-BE49-F238E27FC236}">
                <a16:creationId xmlns:a16="http://schemas.microsoft.com/office/drawing/2014/main" id="{44B8A11C-2A3E-4AD5-94F3-F06B6FA8CDA2}"/>
              </a:ext>
            </a:extLst>
          </p:cNvPr>
          <p:cNvSpPr>
            <a:spLocks noGrp="1"/>
          </p:cNvSpPr>
          <p:nvPr>
            <p:ph type="sldNum" sz="quarter" idx="4"/>
          </p:nvPr>
        </p:nvSpPr>
        <p:spPr>
          <a:xfrm>
            <a:off x="261324" y="6380841"/>
            <a:ext cx="360986" cy="154181"/>
          </a:xfrm>
          <a:prstGeom prst="rect">
            <a:avLst/>
          </a:prstGeom>
        </p:spPr>
        <p:txBody>
          <a:bodyPr vert="horz" lIns="91440" tIns="45720" rIns="91440" bIns="45720" rtlCol="0" anchor="ctr"/>
          <a:lstStyle>
            <a:lvl1pPr algn="r">
              <a:defRPr sz="1100">
                <a:solidFill>
                  <a:schemeClr val="tx1"/>
                </a:solidFill>
                <a:latin typeface="Tenorite" pitchFamily="2" charset="0"/>
              </a:defRPr>
            </a:lvl1pPr>
          </a:lstStyle>
          <a:p>
            <a:fld id="{A1386E00-FEB9-4948-8786-D40D5ED0BD9B}" type="slidenum">
              <a:rPr lang="en-US"/>
              <a:pPr/>
              <a:t>‹#›</a:t>
            </a:fld>
            <a:endParaRPr lang="en-US"/>
          </a:p>
        </p:txBody>
      </p:sp>
      <p:sp>
        <p:nvSpPr>
          <p:cNvPr id="6" name="Rectangle 5">
            <a:extLst>
              <a:ext uri="{FF2B5EF4-FFF2-40B4-BE49-F238E27FC236}">
                <a16:creationId xmlns:a16="http://schemas.microsoft.com/office/drawing/2014/main" id="{4732C209-E3ED-49FC-B723-351C94FC3B55}"/>
              </a:ext>
            </a:extLst>
          </p:cNvPr>
          <p:cNvSpPr/>
          <p:nvPr userDrawn="1"/>
        </p:nvSpPr>
        <p:spPr>
          <a:xfrm>
            <a:off x="-2" y="6785811"/>
            <a:ext cx="12192001" cy="72188"/>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descr="A blue and black text box&#10;&#10;Description automatically generated with medium confidence">
            <a:extLst>
              <a:ext uri="{FF2B5EF4-FFF2-40B4-BE49-F238E27FC236}">
                <a16:creationId xmlns:a16="http://schemas.microsoft.com/office/drawing/2014/main" id="{C7B2BA94-0DA4-42E9-A304-F566275733E6}"/>
              </a:ext>
            </a:extLst>
          </p:cNvPr>
          <p:cNvPicPr>
            <a:picLocks noGrp="1" noRot="1" noChangeAspect="1" noMove="1" noResize="1" noEditPoints="1" noAdjustHandles="1" noChangeArrowheads="1" noChangeShapeType="1" noCrop="1"/>
          </p:cNvPicPr>
          <p:nvPr userDrawn="1"/>
        </p:nvPicPr>
        <p:blipFill>
          <a:blip r:embed="rId3"/>
          <a:stretch>
            <a:fillRect/>
          </a:stretch>
        </p:blipFill>
        <p:spPr>
          <a:xfrm>
            <a:off x="11094915" y="6335769"/>
            <a:ext cx="699048" cy="174762"/>
          </a:xfrm>
          <a:prstGeom prst="rect">
            <a:avLst/>
          </a:prstGeom>
        </p:spPr>
      </p:pic>
    </p:spTree>
    <p:extLst>
      <p:ext uri="{BB962C8B-B14F-4D97-AF65-F5344CB8AC3E}">
        <p14:creationId xmlns:p14="http://schemas.microsoft.com/office/powerpoint/2010/main" val="3765905021"/>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Accelerating-Impac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12" name="Picture 11" descr="A group of blue green and white circles&#10;&#10;AI-generated content may be incorrect.">
            <a:extLst>
              <a:ext uri="{FF2B5EF4-FFF2-40B4-BE49-F238E27FC236}">
                <a16:creationId xmlns:a16="http://schemas.microsoft.com/office/drawing/2014/main" id="{083A16D5-D26E-9EAC-0C96-DC776081BBFA}"/>
              </a:ext>
            </a:extLst>
          </p:cNvPr>
          <p:cNvPicPr>
            <a:picLocks noChangeAspect="1"/>
          </p:cNvPicPr>
          <p:nvPr userDrawn="1"/>
        </p:nvPicPr>
        <p:blipFill>
          <a:blip r:embed="rId3"/>
          <a:stretch>
            <a:fillRect/>
          </a:stretch>
        </p:blipFill>
        <p:spPr>
          <a:xfrm>
            <a:off x="0" y="0"/>
            <a:ext cx="12192000" cy="6858000"/>
          </a:xfrm>
          <a:prstGeom prst="rect">
            <a:avLst/>
          </a:prstGeom>
        </p:spPr>
      </p:pic>
      <p:sp>
        <p:nvSpPr>
          <p:cNvPr id="29" name="Picture Placeholder 26">
            <a:extLst>
              <a:ext uri="{FF2B5EF4-FFF2-40B4-BE49-F238E27FC236}">
                <a16:creationId xmlns:a16="http://schemas.microsoft.com/office/drawing/2014/main" id="{D9ABEC60-CAFB-7734-4FB4-C4C22C31DF4D}"/>
              </a:ext>
            </a:extLst>
          </p:cNvPr>
          <p:cNvSpPr>
            <a:spLocks noGrp="1"/>
          </p:cNvSpPr>
          <p:nvPr>
            <p:ph type="pic" sz="quarter" idx="19" hasCustomPrompt="1"/>
          </p:nvPr>
        </p:nvSpPr>
        <p:spPr>
          <a:xfrm>
            <a:off x="5392807" y="707199"/>
            <a:ext cx="1966912" cy="520700"/>
          </a:xfrm>
          <a:prstGeom prst="rect">
            <a:avLst/>
          </a:prstGeom>
        </p:spPr>
        <p:txBody>
          <a:bodyPr/>
          <a:lstStyle>
            <a:lvl1pPr marL="0" indent="0" algn="ctr">
              <a:buNone/>
              <a:defRPr i="0">
                <a:solidFill>
                  <a:schemeClr val="tx1"/>
                </a:solidFill>
                <a:latin typeface="Tenorite" pitchFamily="2" charset="0"/>
              </a:defRPr>
            </a:lvl1pPr>
          </a:lstStyle>
          <a:p>
            <a:r>
              <a:rPr lang="en-US"/>
              <a:t>LOGO</a:t>
            </a:r>
          </a:p>
        </p:txBody>
      </p:sp>
      <p:sp>
        <p:nvSpPr>
          <p:cNvPr id="28" name="Picture Placeholder 26">
            <a:extLst>
              <a:ext uri="{FF2B5EF4-FFF2-40B4-BE49-F238E27FC236}">
                <a16:creationId xmlns:a16="http://schemas.microsoft.com/office/drawing/2014/main" id="{3F629ABD-4DC1-EB04-5DF8-6137CC300445}"/>
              </a:ext>
            </a:extLst>
          </p:cNvPr>
          <p:cNvSpPr>
            <a:spLocks noGrp="1"/>
          </p:cNvSpPr>
          <p:nvPr>
            <p:ph type="pic" sz="quarter" idx="18" hasCustomPrompt="1"/>
          </p:nvPr>
        </p:nvSpPr>
        <p:spPr>
          <a:xfrm>
            <a:off x="2412734" y="5004314"/>
            <a:ext cx="1966912" cy="520700"/>
          </a:xfrm>
          <a:prstGeom prst="rect">
            <a:avLst/>
          </a:prstGeom>
        </p:spPr>
        <p:txBody>
          <a:bodyPr/>
          <a:lstStyle>
            <a:lvl1pPr marL="0" indent="0" algn="ctr">
              <a:buNone/>
              <a:defRPr i="0">
                <a:solidFill>
                  <a:schemeClr val="tx1"/>
                </a:solidFill>
                <a:latin typeface="Tenorite" pitchFamily="2" charset="0"/>
              </a:defRPr>
            </a:lvl1pPr>
          </a:lstStyle>
          <a:p>
            <a:r>
              <a:rPr lang="en-US"/>
              <a:t>LOGO</a:t>
            </a:r>
          </a:p>
        </p:txBody>
      </p:sp>
      <p:sp>
        <p:nvSpPr>
          <p:cNvPr id="27" name="Picture Placeholder 26">
            <a:extLst>
              <a:ext uri="{FF2B5EF4-FFF2-40B4-BE49-F238E27FC236}">
                <a16:creationId xmlns:a16="http://schemas.microsoft.com/office/drawing/2014/main" id="{DB2E93C4-E030-A41D-3715-359302202034}"/>
              </a:ext>
            </a:extLst>
          </p:cNvPr>
          <p:cNvSpPr>
            <a:spLocks noGrp="1"/>
          </p:cNvSpPr>
          <p:nvPr>
            <p:ph type="pic" sz="quarter" idx="17" hasCustomPrompt="1"/>
          </p:nvPr>
        </p:nvSpPr>
        <p:spPr>
          <a:xfrm>
            <a:off x="5031654" y="4423752"/>
            <a:ext cx="1966912" cy="520700"/>
          </a:xfrm>
          <a:prstGeom prst="rect">
            <a:avLst/>
          </a:prstGeom>
        </p:spPr>
        <p:txBody>
          <a:bodyPr/>
          <a:lstStyle>
            <a:lvl1pPr marL="0" indent="0" algn="ctr">
              <a:buNone/>
              <a:defRPr i="0">
                <a:solidFill>
                  <a:schemeClr val="tx1"/>
                </a:solidFill>
                <a:latin typeface="Tenorite" pitchFamily="2" charset="0"/>
              </a:defRPr>
            </a:lvl1pPr>
          </a:lstStyle>
          <a:p>
            <a:r>
              <a:rPr lang="en-US"/>
              <a:t>LOGO</a:t>
            </a:r>
          </a:p>
        </p:txBody>
      </p:sp>
      <p:sp>
        <p:nvSpPr>
          <p:cNvPr id="26" name="Picture Placeholder 26">
            <a:extLst>
              <a:ext uri="{FF2B5EF4-FFF2-40B4-BE49-F238E27FC236}">
                <a16:creationId xmlns:a16="http://schemas.microsoft.com/office/drawing/2014/main" id="{CFCE212F-73EC-DC5A-A791-C53A48614201}"/>
              </a:ext>
            </a:extLst>
          </p:cNvPr>
          <p:cNvSpPr>
            <a:spLocks noGrp="1"/>
          </p:cNvSpPr>
          <p:nvPr>
            <p:ph type="pic" sz="quarter" idx="16" hasCustomPrompt="1"/>
          </p:nvPr>
        </p:nvSpPr>
        <p:spPr>
          <a:xfrm>
            <a:off x="7400019" y="3497976"/>
            <a:ext cx="1966912" cy="520700"/>
          </a:xfrm>
          <a:prstGeom prst="rect">
            <a:avLst/>
          </a:prstGeom>
        </p:spPr>
        <p:txBody>
          <a:bodyPr/>
          <a:lstStyle>
            <a:lvl1pPr marL="0" indent="0" algn="ctr">
              <a:buNone/>
              <a:defRPr i="0">
                <a:solidFill>
                  <a:schemeClr val="tx1"/>
                </a:solidFill>
                <a:latin typeface="Tenorite" pitchFamily="2" charset="0"/>
              </a:defRPr>
            </a:lvl1pPr>
          </a:lstStyle>
          <a:p>
            <a:r>
              <a:rPr lang="en-US"/>
              <a:t>LOGO</a:t>
            </a:r>
          </a:p>
        </p:txBody>
      </p:sp>
      <p:sp>
        <p:nvSpPr>
          <p:cNvPr id="25" name="Picture Placeholder 26">
            <a:extLst>
              <a:ext uri="{FF2B5EF4-FFF2-40B4-BE49-F238E27FC236}">
                <a16:creationId xmlns:a16="http://schemas.microsoft.com/office/drawing/2014/main" id="{04C97C8F-65AB-D1BC-A774-109ED9FDA230}"/>
              </a:ext>
            </a:extLst>
          </p:cNvPr>
          <p:cNvSpPr>
            <a:spLocks noGrp="1"/>
          </p:cNvSpPr>
          <p:nvPr>
            <p:ph type="pic" sz="quarter" idx="15" hasCustomPrompt="1"/>
          </p:nvPr>
        </p:nvSpPr>
        <p:spPr>
          <a:xfrm>
            <a:off x="9751058" y="2282534"/>
            <a:ext cx="1966912" cy="520700"/>
          </a:xfrm>
          <a:prstGeom prst="rect">
            <a:avLst/>
          </a:prstGeom>
        </p:spPr>
        <p:txBody>
          <a:bodyPr/>
          <a:lstStyle>
            <a:lvl1pPr marL="0" indent="0" algn="ctr">
              <a:buNone/>
              <a:defRPr i="0">
                <a:solidFill>
                  <a:schemeClr val="tx1"/>
                </a:solidFill>
                <a:latin typeface="Tenorite" pitchFamily="2" charset="0"/>
              </a:defRPr>
            </a:lvl1pPr>
          </a:lstStyle>
          <a:p>
            <a:r>
              <a:rPr lang="en-US"/>
              <a:t>LOGO</a:t>
            </a:r>
          </a:p>
        </p:txBody>
      </p:sp>
      <p:sp>
        <p:nvSpPr>
          <p:cNvPr id="34" name="Text Placeholder 33">
            <a:extLst>
              <a:ext uri="{FF2B5EF4-FFF2-40B4-BE49-F238E27FC236}">
                <a16:creationId xmlns:a16="http://schemas.microsoft.com/office/drawing/2014/main" id="{6B771800-E485-2F2B-FD8F-D8C40DBAF23C}"/>
              </a:ext>
            </a:extLst>
          </p:cNvPr>
          <p:cNvSpPr>
            <a:spLocks noGrp="1"/>
          </p:cNvSpPr>
          <p:nvPr>
            <p:ph type="body" sz="quarter" idx="20" hasCustomPrompt="1"/>
          </p:nvPr>
        </p:nvSpPr>
        <p:spPr>
          <a:xfrm>
            <a:off x="5372963" y="1255433"/>
            <a:ext cx="1986756" cy="641350"/>
          </a:xfrm>
          <a:prstGeom prst="rect">
            <a:avLst/>
          </a:prstGeom>
        </p:spPr>
        <p:txBody>
          <a:bodyPr/>
          <a:lstStyle>
            <a:lvl1pPr marL="0" indent="0" algn="ctr">
              <a:buNone/>
              <a:defRPr sz="1500" i="0">
                <a:solidFill>
                  <a:schemeClr val="tx1"/>
                </a:solidFill>
                <a:latin typeface="Tenorite" pitchFamily="2" charset="0"/>
              </a:defRPr>
            </a:lvl1pPr>
            <a:lvl2pPr marL="457189" indent="0" algn="ctr">
              <a:buNone/>
              <a:defRPr sz="1500">
                <a:solidFill>
                  <a:schemeClr val="bg1"/>
                </a:solidFill>
              </a:defRPr>
            </a:lvl2pPr>
          </a:lstStyle>
          <a:p>
            <a:pPr lvl="0"/>
            <a:r>
              <a:rPr lang="en-US"/>
              <a:t>Description in three to five words.</a:t>
            </a:r>
          </a:p>
        </p:txBody>
      </p:sp>
      <p:sp>
        <p:nvSpPr>
          <p:cNvPr id="36" name="Text Placeholder 33">
            <a:extLst>
              <a:ext uri="{FF2B5EF4-FFF2-40B4-BE49-F238E27FC236}">
                <a16:creationId xmlns:a16="http://schemas.microsoft.com/office/drawing/2014/main" id="{8567E51F-5774-6AEC-E9F4-3D6233E53C7B}"/>
              </a:ext>
            </a:extLst>
          </p:cNvPr>
          <p:cNvSpPr>
            <a:spLocks noGrp="1"/>
          </p:cNvSpPr>
          <p:nvPr>
            <p:ph type="body" sz="quarter" idx="21" hasCustomPrompt="1"/>
          </p:nvPr>
        </p:nvSpPr>
        <p:spPr>
          <a:xfrm>
            <a:off x="9742334" y="2809013"/>
            <a:ext cx="1986756" cy="641350"/>
          </a:xfrm>
          <a:prstGeom prst="rect">
            <a:avLst/>
          </a:prstGeom>
        </p:spPr>
        <p:txBody>
          <a:bodyPr/>
          <a:lstStyle>
            <a:lvl1pPr marL="0" indent="0" algn="ctr">
              <a:buNone/>
              <a:defRPr sz="1500" i="0">
                <a:solidFill>
                  <a:schemeClr val="tx1"/>
                </a:solidFill>
                <a:latin typeface="Tenorite" pitchFamily="2" charset="0"/>
              </a:defRPr>
            </a:lvl1pPr>
            <a:lvl2pPr marL="457189" indent="0" algn="ctr">
              <a:buNone/>
              <a:defRPr sz="1500">
                <a:solidFill>
                  <a:schemeClr val="bg1"/>
                </a:solidFill>
              </a:defRPr>
            </a:lvl2pPr>
          </a:lstStyle>
          <a:p>
            <a:pPr lvl="0"/>
            <a:r>
              <a:rPr lang="en-US"/>
              <a:t>Description in three to five words.</a:t>
            </a:r>
          </a:p>
        </p:txBody>
      </p:sp>
      <p:sp>
        <p:nvSpPr>
          <p:cNvPr id="37" name="Text Placeholder 33">
            <a:extLst>
              <a:ext uri="{FF2B5EF4-FFF2-40B4-BE49-F238E27FC236}">
                <a16:creationId xmlns:a16="http://schemas.microsoft.com/office/drawing/2014/main" id="{5A35271B-351A-5C6B-E87B-55AA4EC556AB}"/>
              </a:ext>
            </a:extLst>
          </p:cNvPr>
          <p:cNvSpPr>
            <a:spLocks noGrp="1"/>
          </p:cNvSpPr>
          <p:nvPr>
            <p:ph type="body" sz="quarter" idx="22" hasCustomPrompt="1"/>
          </p:nvPr>
        </p:nvSpPr>
        <p:spPr>
          <a:xfrm>
            <a:off x="7380175" y="4043899"/>
            <a:ext cx="1986756" cy="641350"/>
          </a:xfrm>
          <a:prstGeom prst="rect">
            <a:avLst/>
          </a:prstGeom>
        </p:spPr>
        <p:txBody>
          <a:bodyPr/>
          <a:lstStyle>
            <a:lvl1pPr marL="0" indent="0" algn="ctr">
              <a:buNone/>
              <a:defRPr sz="1500" i="0">
                <a:solidFill>
                  <a:schemeClr val="tx1"/>
                </a:solidFill>
                <a:latin typeface="Tenorite" pitchFamily="2" charset="0"/>
              </a:defRPr>
            </a:lvl1pPr>
            <a:lvl2pPr marL="457189" indent="0" algn="ctr">
              <a:buNone/>
              <a:defRPr sz="1500">
                <a:solidFill>
                  <a:schemeClr val="bg1"/>
                </a:solidFill>
              </a:defRPr>
            </a:lvl2pPr>
          </a:lstStyle>
          <a:p>
            <a:pPr lvl="0"/>
            <a:r>
              <a:rPr lang="en-US"/>
              <a:t>Description in three to five words.</a:t>
            </a:r>
          </a:p>
        </p:txBody>
      </p:sp>
      <p:sp>
        <p:nvSpPr>
          <p:cNvPr id="38" name="Text Placeholder 33">
            <a:extLst>
              <a:ext uri="{FF2B5EF4-FFF2-40B4-BE49-F238E27FC236}">
                <a16:creationId xmlns:a16="http://schemas.microsoft.com/office/drawing/2014/main" id="{0AAD9048-5A81-944C-554D-EE1ED4424C27}"/>
              </a:ext>
            </a:extLst>
          </p:cNvPr>
          <p:cNvSpPr>
            <a:spLocks noGrp="1"/>
          </p:cNvSpPr>
          <p:nvPr>
            <p:ph type="body" sz="quarter" idx="23" hasCustomPrompt="1"/>
          </p:nvPr>
        </p:nvSpPr>
        <p:spPr>
          <a:xfrm>
            <a:off x="5011810" y="4961217"/>
            <a:ext cx="1986756" cy="641350"/>
          </a:xfrm>
          <a:prstGeom prst="rect">
            <a:avLst/>
          </a:prstGeom>
        </p:spPr>
        <p:txBody>
          <a:bodyPr/>
          <a:lstStyle>
            <a:lvl1pPr marL="0" indent="0" algn="ctr">
              <a:buNone/>
              <a:defRPr sz="1500" i="0">
                <a:solidFill>
                  <a:schemeClr val="tx1"/>
                </a:solidFill>
                <a:latin typeface="Tenorite" pitchFamily="2" charset="0"/>
              </a:defRPr>
            </a:lvl1pPr>
            <a:lvl2pPr marL="457189" indent="0" algn="ctr">
              <a:buNone/>
              <a:defRPr sz="1500">
                <a:solidFill>
                  <a:schemeClr val="bg1"/>
                </a:solidFill>
              </a:defRPr>
            </a:lvl2pPr>
          </a:lstStyle>
          <a:p>
            <a:pPr lvl="0"/>
            <a:r>
              <a:rPr lang="en-US"/>
              <a:t>Description in three to five words.</a:t>
            </a:r>
          </a:p>
        </p:txBody>
      </p:sp>
      <p:sp>
        <p:nvSpPr>
          <p:cNvPr id="39" name="Text Placeholder 33">
            <a:extLst>
              <a:ext uri="{FF2B5EF4-FFF2-40B4-BE49-F238E27FC236}">
                <a16:creationId xmlns:a16="http://schemas.microsoft.com/office/drawing/2014/main" id="{3C06C05C-C5B9-F40F-EA03-5AF4EAA36374}"/>
              </a:ext>
            </a:extLst>
          </p:cNvPr>
          <p:cNvSpPr>
            <a:spLocks noGrp="1"/>
          </p:cNvSpPr>
          <p:nvPr>
            <p:ph type="body" sz="quarter" idx="24" hasCustomPrompt="1"/>
          </p:nvPr>
        </p:nvSpPr>
        <p:spPr>
          <a:xfrm>
            <a:off x="2392890" y="5525014"/>
            <a:ext cx="1986756" cy="641350"/>
          </a:xfrm>
          <a:prstGeom prst="rect">
            <a:avLst/>
          </a:prstGeom>
        </p:spPr>
        <p:txBody>
          <a:bodyPr/>
          <a:lstStyle>
            <a:lvl1pPr marL="0" indent="0" algn="ctr">
              <a:buNone/>
              <a:defRPr sz="1500" i="0">
                <a:solidFill>
                  <a:schemeClr val="tx1"/>
                </a:solidFill>
                <a:latin typeface="Tenorite" pitchFamily="2" charset="0"/>
              </a:defRPr>
            </a:lvl1pPr>
            <a:lvl2pPr marL="457189" indent="0" algn="ctr">
              <a:buNone/>
              <a:defRPr sz="1500">
                <a:solidFill>
                  <a:schemeClr val="bg1"/>
                </a:solidFill>
              </a:defRPr>
            </a:lvl2pPr>
          </a:lstStyle>
          <a:p>
            <a:pPr lvl="0"/>
            <a:r>
              <a:rPr lang="en-US"/>
              <a:t>Description in three to five words.</a:t>
            </a:r>
          </a:p>
        </p:txBody>
      </p:sp>
      <p:sp>
        <p:nvSpPr>
          <p:cNvPr id="42" name="Picture Placeholder 41">
            <a:extLst>
              <a:ext uri="{FF2B5EF4-FFF2-40B4-BE49-F238E27FC236}">
                <a16:creationId xmlns:a16="http://schemas.microsoft.com/office/drawing/2014/main" id="{FE9C9CE2-3E08-428F-48C8-77B09EE7C392}"/>
              </a:ext>
            </a:extLst>
          </p:cNvPr>
          <p:cNvSpPr>
            <a:spLocks noGrp="1" noChangeAspect="1"/>
          </p:cNvSpPr>
          <p:nvPr>
            <p:ph type="pic" sz="quarter" idx="25"/>
          </p:nvPr>
        </p:nvSpPr>
        <p:spPr>
          <a:xfrm>
            <a:off x="7550787" y="404122"/>
            <a:ext cx="1645919" cy="1645920"/>
          </a:xfrm>
          <a:prstGeom prst="ellipse">
            <a:avLst/>
          </a:prstGeom>
        </p:spPr>
        <p:txBody>
          <a:bodyPr/>
          <a:lstStyle>
            <a:lvl1pPr>
              <a:defRPr i="0">
                <a:latin typeface="Tenorite" pitchFamily="2" charset="0"/>
              </a:defRPr>
            </a:lvl1pPr>
          </a:lstStyle>
          <a:p>
            <a:endParaRPr lang="en-US"/>
          </a:p>
        </p:txBody>
      </p:sp>
      <p:sp>
        <p:nvSpPr>
          <p:cNvPr id="43" name="Picture Placeholder 41">
            <a:extLst>
              <a:ext uri="{FF2B5EF4-FFF2-40B4-BE49-F238E27FC236}">
                <a16:creationId xmlns:a16="http://schemas.microsoft.com/office/drawing/2014/main" id="{DD452C84-B7D1-FE72-24CA-AFE53BB27586}"/>
              </a:ext>
            </a:extLst>
          </p:cNvPr>
          <p:cNvSpPr>
            <a:spLocks noGrp="1" noChangeAspect="1"/>
          </p:cNvSpPr>
          <p:nvPr>
            <p:ph type="pic" sz="quarter" idx="26"/>
          </p:nvPr>
        </p:nvSpPr>
        <p:spPr>
          <a:xfrm>
            <a:off x="9901826" y="404122"/>
            <a:ext cx="1645920" cy="1645920"/>
          </a:xfrm>
          <a:prstGeom prst="ellipse">
            <a:avLst/>
          </a:prstGeom>
        </p:spPr>
        <p:txBody>
          <a:bodyPr/>
          <a:lstStyle>
            <a:lvl1pPr>
              <a:defRPr i="0">
                <a:latin typeface="Tenorite" pitchFamily="2" charset="0"/>
              </a:defRPr>
            </a:lvl1pPr>
          </a:lstStyle>
          <a:p>
            <a:endParaRPr lang="en-US"/>
          </a:p>
        </p:txBody>
      </p:sp>
      <p:sp>
        <p:nvSpPr>
          <p:cNvPr id="44" name="Picture Placeholder 41">
            <a:extLst>
              <a:ext uri="{FF2B5EF4-FFF2-40B4-BE49-F238E27FC236}">
                <a16:creationId xmlns:a16="http://schemas.microsoft.com/office/drawing/2014/main" id="{7F35BCF2-EF25-E6AE-7BDE-2D3B544C1251}"/>
              </a:ext>
            </a:extLst>
          </p:cNvPr>
          <p:cNvSpPr>
            <a:spLocks noGrp="1" noChangeAspect="1"/>
          </p:cNvSpPr>
          <p:nvPr>
            <p:ph type="pic" sz="quarter" idx="27"/>
          </p:nvPr>
        </p:nvSpPr>
        <p:spPr>
          <a:xfrm>
            <a:off x="7541059" y="4787658"/>
            <a:ext cx="1645919" cy="1645920"/>
          </a:xfrm>
          <a:prstGeom prst="ellipse">
            <a:avLst/>
          </a:prstGeom>
        </p:spPr>
        <p:txBody>
          <a:bodyPr/>
          <a:lstStyle>
            <a:lvl1pPr>
              <a:defRPr i="0">
                <a:latin typeface="Tenorite" pitchFamily="2" charset="0"/>
              </a:defRPr>
            </a:lvl1pPr>
          </a:lstStyle>
          <a:p>
            <a:endParaRPr lang="en-US"/>
          </a:p>
        </p:txBody>
      </p:sp>
      <p:sp>
        <p:nvSpPr>
          <p:cNvPr id="45" name="Picture Placeholder 41">
            <a:extLst>
              <a:ext uri="{FF2B5EF4-FFF2-40B4-BE49-F238E27FC236}">
                <a16:creationId xmlns:a16="http://schemas.microsoft.com/office/drawing/2014/main" id="{D9967294-761E-377E-8CCF-BD7A61B0377D}"/>
              </a:ext>
            </a:extLst>
          </p:cNvPr>
          <p:cNvSpPr>
            <a:spLocks noGrp="1" noChangeAspect="1"/>
          </p:cNvSpPr>
          <p:nvPr>
            <p:ph type="pic" sz="quarter" idx="28"/>
          </p:nvPr>
        </p:nvSpPr>
        <p:spPr>
          <a:xfrm>
            <a:off x="5177763" y="2595890"/>
            <a:ext cx="1645919" cy="1645920"/>
          </a:xfrm>
          <a:prstGeom prst="ellipse">
            <a:avLst/>
          </a:prstGeom>
        </p:spPr>
        <p:txBody>
          <a:bodyPr/>
          <a:lstStyle>
            <a:lvl1pPr>
              <a:defRPr i="0">
                <a:latin typeface="Tenorite" pitchFamily="2" charset="0"/>
              </a:defRPr>
            </a:lvl1pPr>
          </a:lstStyle>
          <a:p>
            <a:endParaRPr lang="en-US"/>
          </a:p>
        </p:txBody>
      </p:sp>
      <p:sp>
        <p:nvSpPr>
          <p:cNvPr id="46" name="Picture Placeholder 41">
            <a:extLst>
              <a:ext uri="{FF2B5EF4-FFF2-40B4-BE49-F238E27FC236}">
                <a16:creationId xmlns:a16="http://schemas.microsoft.com/office/drawing/2014/main" id="{D7BFFE05-D336-7F36-BBB3-44FFB4FB4648}"/>
              </a:ext>
            </a:extLst>
          </p:cNvPr>
          <p:cNvSpPr>
            <a:spLocks noGrp="1" noChangeAspect="1"/>
          </p:cNvSpPr>
          <p:nvPr>
            <p:ph type="pic" sz="quarter" idx="29"/>
          </p:nvPr>
        </p:nvSpPr>
        <p:spPr>
          <a:xfrm>
            <a:off x="591442" y="4787869"/>
            <a:ext cx="1645919" cy="1645920"/>
          </a:xfrm>
          <a:prstGeom prst="ellipse">
            <a:avLst/>
          </a:prstGeom>
        </p:spPr>
        <p:txBody>
          <a:bodyPr/>
          <a:lstStyle>
            <a:lvl1pPr>
              <a:defRPr i="0">
                <a:latin typeface="Tenorite" pitchFamily="2" charset="0"/>
              </a:defRPr>
            </a:lvl1pPr>
          </a:lstStyle>
          <a:p>
            <a:endParaRPr lang="en-US"/>
          </a:p>
        </p:txBody>
      </p:sp>
      <p:pic>
        <p:nvPicPr>
          <p:cNvPr id="2" name="Picture 1" descr="A blue and black text box&#10;&#10;Description automatically generated with medium confidence">
            <a:extLst>
              <a:ext uri="{FF2B5EF4-FFF2-40B4-BE49-F238E27FC236}">
                <a16:creationId xmlns:a16="http://schemas.microsoft.com/office/drawing/2014/main" id="{0F874467-AFDE-2642-FDD3-7651D37C60CD}"/>
              </a:ext>
            </a:extLst>
          </p:cNvPr>
          <p:cNvPicPr>
            <a:picLocks noGrp="1" noRot="1" noMove="1" noResize="1" noEditPoints="1" noAdjustHandles="1" noChangeArrowheads="1" noChangeShapeType="1" noCrop="1"/>
          </p:cNvPicPr>
          <p:nvPr userDrawn="1"/>
        </p:nvPicPr>
        <p:blipFill>
          <a:blip r:embed="rId4"/>
          <a:stretch>
            <a:fillRect/>
          </a:stretch>
        </p:blipFill>
        <p:spPr>
          <a:xfrm>
            <a:off x="11094915" y="6335769"/>
            <a:ext cx="699048" cy="174762"/>
          </a:xfrm>
          <a:prstGeom prst="rect">
            <a:avLst/>
          </a:prstGeom>
        </p:spPr>
      </p:pic>
      <p:sp>
        <p:nvSpPr>
          <p:cNvPr id="4" name="Slide Number Placeholder 3">
            <a:extLst>
              <a:ext uri="{FF2B5EF4-FFF2-40B4-BE49-F238E27FC236}">
                <a16:creationId xmlns:a16="http://schemas.microsoft.com/office/drawing/2014/main" id="{99FECEE1-CEED-29C2-8D84-8FC51A0F898C}"/>
              </a:ext>
            </a:extLst>
          </p:cNvPr>
          <p:cNvSpPr>
            <a:spLocks noGrp="1"/>
          </p:cNvSpPr>
          <p:nvPr>
            <p:ph type="sldNum" sz="quarter" idx="30"/>
          </p:nvPr>
        </p:nvSpPr>
        <p:spPr/>
        <p:txBody>
          <a:bodyPr/>
          <a:lstStyle/>
          <a:p>
            <a:fld id="{A1386E00-FEB9-4948-8786-D40D5ED0BD9B}" type="slidenum">
              <a:rPr lang="en-US" smtClean="0"/>
              <a:pPr/>
              <a:t>‹#›</a:t>
            </a:fld>
            <a:endParaRPr lang="en-US"/>
          </a:p>
        </p:txBody>
      </p:sp>
      <p:pic>
        <p:nvPicPr>
          <p:cNvPr id="5" name="Picture 4" descr="A blue and black text box&#10;&#10;Description automatically generated with medium confidence">
            <a:extLst>
              <a:ext uri="{FF2B5EF4-FFF2-40B4-BE49-F238E27FC236}">
                <a16:creationId xmlns:a16="http://schemas.microsoft.com/office/drawing/2014/main" id="{245AFE46-3CA5-2692-9ED5-015DFEC73AB4}"/>
              </a:ext>
            </a:extLst>
          </p:cNvPr>
          <p:cNvPicPr>
            <a:picLocks noChangeAspect="1"/>
          </p:cNvPicPr>
          <p:nvPr userDrawn="1"/>
        </p:nvPicPr>
        <p:blipFill>
          <a:blip r:embed="rId4"/>
          <a:stretch>
            <a:fillRect/>
          </a:stretch>
        </p:blipFill>
        <p:spPr>
          <a:xfrm>
            <a:off x="11094915" y="6335769"/>
            <a:ext cx="699048" cy="174762"/>
          </a:xfrm>
          <a:prstGeom prst="rect">
            <a:avLst/>
          </a:prstGeom>
        </p:spPr>
      </p:pic>
      <p:sp>
        <p:nvSpPr>
          <p:cNvPr id="13" name="TextBox 12">
            <a:extLst>
              <a:ext uri="{FF2B5EF4-FFF2-40B4-BE49-F238E27FC236}">
                <a16:creationId xmlns:a16="http://schemas.microsoft.com/office/drawing/2014/main" id="{E6B1ACD8-69B8-7788-BA4E-2130F1ADF33C}"/>
              </a:ext>
            </a:extLst>
          </p:cNvPr>
          <p:cNvSpPr txBox="1"/>
          <p:nvPr userDrawn="1"/>
        </p:nvSpPr>
        <p:spPr>
          <a:xfrm>
            <a:off x="591653" y="2548905"/>
            <a:ext cx="4165179" cy="1138773"/>
          </a:xfrm>
          <a:prstGeom prst="rect">
            <a:avLst/>
          </a:prstGeom>
          <a:noFill/>
        </p:spPr>
        <p:txBody>
          <a:bodyPr wrap="square">
            <a:spAutoFit/>
          </a:bodyPr>
          <a:lstStyle/>
          <a:p>
            <a:r>
              <a:rPr lang="en-US" sz="6800" spc="300">
                <a:solidFill>
                  <a:schemeClr val="tx1"/>
                </a:solidFill>
              </a:rPr>
              <a:t>IMPACT</a:t>
            </a:r>
          </a:p>
        </p:txBody>
      </p:sp>
      <p:sp>
        <p:nvSpPr>
          <p:cNvPr id="14" name="Title 1">
            <a:extLst>
              <a:ext uri="{FF2B5EF4-FFF2-40B4-BE49-F238E27FC236}">
                <a16:creationId xmlns:a16="http://schemas.microsoft.com/office/drawing/2014/main" id="{E5C22713-6006-F883-F81D-6695589F35F7}"/>
              </a:ext>
            </a:extLst>
          </p:cNvPr>
          <p:cNvSpPr txBox="1">
            <a:spLocks/>
          </p:cNvSpPr>
          <p:nvPr userDrawn="1"/>
        </p:nvSpPr>
        <p:spPr>
          <a:xfrm>
            <a:off x="686963" y="2033378"/>
            <a:ext cx="4833113" cy="673439"/>
          </a:xfrm>
          <a:prstGeom prst="rect">
            <a:avLst/>
          </a:prstGeom>
        </p:spPr>
        <p:txBody>
          <a:bodyPr anchor="ctr"/>
          <a:lstStyle>
            <a:lvl1pPr algn="l" defTabSz="914400" rtl="0" eaLnBrk="1" latinLnBrk="0" hangingPunct="1">
              <a:lnSpc>
                <a:spcPct val="90000"/>
              </a:lnSpc>
              <a:spcBef>
                <a:spcPct val="0"/>
              </a:spcBef>
              <a:buNone/>
              <a:defRPr sz="4400" kern="1200">
                <a:solidFill>
                  <a:schemeClr val="tx1"/>
                </a:solidFill>
                <a:latin typeface="Tenorite" pitchFamily="2" charset="0"/>
                <a:ea typeface="+mj-ea"/>
                <a:cs typeface="+mj-cs"/>
              </a:defRPr>
            </a:lvl1pPr>
          </a:lstStyle>
          <a:p>
            <a:pPr>
              <a:lnSpc>
                <a:spcPct val="75000"/>
              </a:lnSpc>
              <a:spcBef>
                <a:spcPts val="3000"/>
              </a:spcBef>
            </a:pPr>
            <a:r>
              <a:rPr lang="en-US" sz="5400" i="1" spc="50">
                <a:solidFill>
                  <a:schemeClr val="accent1"/>
                </a:solidFill>
                <a:latin typeface="PT Serif" panose="020A0603040505020204" pitchFamily="18" charset="77"/>
              </a:rPr>
              <a:t>Accelerating</a:t>
            </a:r>
            <a:endParaRPr lang="en-US" sz="6600" spc="50">
              <a:solidFill>
                <a:schemeClr val="accent1"/>
              </a:solidFill>
              <a:latin typeface="PT Serif" panose="020A0603040505020204" pitchFamily="18" charset="77"/>
            </a:endParaRPr>
          </a:p>
        </p:txBody>
      </p:sp>
    </p:spTree>
    <p:extLst>
      <p:ext uri="{BB962C8B-B14F-4D97-AF65-F5344CB8AC3E}">
        <p14:creationId xmlns:p14="http://schemas.microsoft.com/office/powerpoint/2010/main" val="27137309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Industry Slide - Blu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5" name="Picture Placeholder 24">
            <a:extLst>
              <a:ext uri="{FF2B5EF4-FFF2-40B4-BE49-F238E27FC236}">
                <a16:creationId xmlns:a16="http://schemas.microsoft.com/office/drawing/2014/main" id="{C1A30770-EFB3-2965-1310-9699C4376450}"/>
              </a:ext>
            </a:extLst>
          </p:cNvPr>
          <p:cNvSpPr>
            <a:spLocks noGrp="1"/>
          </p:cNvSpPr>
          <p:nvPr>
            <p:ph type="pic" sz="quarter" idx="14"/>
          </p:nvPr>
        </p:nvSpPr>
        <p:spPr>
          <a:xfrm>
            <a:off x="6052762" y="642649"/>
            <a:ext cx="7516812" cy="5417804"/>
          </a:xfrm>
          <a:prstGeom prst="roundRect">
            <a:avLst>
              <a:gd name="adj" fmla="val 8229"/>
            </a:avLst>
          </a:prstGeom>
        </p:spPr>
        <p:txBody>
          <a:bodyPr/>
          <a:lstStyle>
            <a:lvl1pPr>
              <a:defRPr i="0">
                <a:latin typeface="Tenorite" pitchFamily="2" charset="0"/>
              </a:defRPr>
            </a:lvl1pPr>
          </a:lstStyle>
          <a:p>
            <a:endParaRPr lang="en-US"/>
          </a:p>
        </p:txBody>
      </p:sp>
      <p:sp>
        <p:nvSpPr>
          <p:cNvPr id="3" name="Rectangle 2">
            <a:extLst>
              <a:ext uri="{FF2B5EF4-FFF2-40B4-BE49-F238E27FC236}">
                <a16:creationId xmlns:a16="http://schemas.microsoft.com/office/drawing/2014/main" id="{484221BF-5E1B-417C-E29C-EFDC9AFE2C83}"/>
              </a:ext>
            </a:extLst>
          </p:cNvPr>
          <p:cNvSpPr/>
          <p:nvPr userDrawn="1"/>
        </p:nvSpPr>
        <p:spPr>
          <a:xfrm>
            <a:off x="7009367" y="-39039"/>
            <a:ext cx="5314317" cy="6709355"/>
          </a:xfrm>
          <a:prstGeom prst="rect">
            <a:avLst/>
          </a:prstGeom>
          <a:gradFill flip="none" rotWithShape="1">
            <a:gsLst>
              <a:gs pos="0">
                <a:schemeClr val="bg2">
                  <a:alpha val="0"/>
                </a:schemeClr>
              </a:gs>
              <a:gs pos="100000">
                <a:schemeClr val="bg2">
                  <a:alpha val="64000"/>
                </a:schemeClr>
              </a:gs>
              <a:gs pos="70000">
                <a:schemeClr val="bg2">
                  <a:alpha val="46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i="0">
              <a:latin typeface="Tenorite" pitchFamily="2" charset="0"/>
            </a:endParaRPr>
          </a:p>
        </p:txBody>
      </p:sp>
      <p:sp>
        <p:nvSpPr>
          <p:cNvPr id="27" name="Picture Placeholder 26">
            <a:extLst>
              <a:ext uri="{FF2B5EF4-FFF2-40B4-BE49-F238E27FC236}">
                <a16:creationId xmlns:a16="http://schemas.microsoft.com/office/drawing/2014/main" id="{83DFC62C-E38F-34B1-5E40-773C0F6A0D95}"/>
              </a:ext>
            </a:extLst>
          </p:cNvPr>
          <p:cNvSpPr>
            <a:spLocks noGrp="1"/>
          </p:cNvSpPr>
          <p:nvPr>
            <p:ph type="pic" sz="quarter" idx="15" hasCustomPrompt="1"/>
          </p:nvPr>
        </p:nvSpPr>
        <p:spPr>
          <a:xfrm>
            <a:off x="9745782" y="1184615"/>
            <a:ext cx="1966912" cy="520700"/>
          </a:xfrm>
          <a:prstGeom prst="rect">
            <a:avLst/>
          </a:prstGeom>
        </p:spPr>
        <p:txBody>
          <a:bodyPr/>
          <a:lstStyle>
            <a:lvl1pPr marL="0" indent="0" algn="ctr">
              <a:buNone/>
              <a:defRPr i="0">
                <a:solidFill>
                  <a:schemeClr val="tx1"/>
                </a:solidFill>
                <a:latin typeface="Tenorite" pitchFamily="2" charset="0"/>
              </a:defRPr>
            </a:lvl1pPr>
          </a:lstStyle>
          <a:p>
            <a:r>
              <a:rPr lang="en-US"/>
              <a:t>LOGO</a:t>
            </a:r>
          </a:p>
        </p:txBody>
      </p:sp>
      <p:sp>
        <p:nvSpPr>
          <p:cNvPr id="28" name="Picture Placeholder 26">
            <a:extLst>
              <a:ext uri="{FF2B5EF4-FFF2-40B4-BE49-F238E27FC236}">
                <a16:creationId xmlns:a16="http://schemas.microsoft.com/office/drawing/2014/main" id="{6BA6915A-20D4-7790-8B22-C8A2D03ABAA4}"/>
              </a:ext>
            </a:extLst>
          </p:cNvPr>
          <p:cNvSpPr>
            <a:spLocks noGrp="1"/>
          </p:cNvSpPr>
          <p:nvPr>
            <p:ph type="pic" sz="quarter" idx="16" hasCustomPrompt="1"/>
          </p:nvPr>
        </p:nvSpPr>
        <p:spPr>
          <a:xfrm>
            <a:off x="9745782" y="1965737"/>
            <a:ext cx="1966912" cy="520700"/>
          </a:xfrm>
          <a:prstGeom prst="rect">
            <a:avLst/>
          </a:prstGeom>
        </p:spPr>
        <p:txBody>
          <a:bodyPr/>
          <a:lstStyle>
            <a:lvl1pPr marL="0" indent="0" algn="ctr">
              <a:buNone/>
              <a:defRPr i="0">
                <a:solidFill>
                  <a:schemeClr val="tx1"/>
                </a:solidFill>
                <a:latin typeface="Tenorite" pitchFamily="2" charset="0"/>
              </a:defRPr>
            </a:lvl1pPr>
          </a:lstStyle>
          <a:p>
            <a:r>
              <a:rPr lang="en-US"/>
              <a:t>LOGO</a:t>
            </a:r>
          </a:p>
        </p:txBody>
      </p:sp>
      <p:sp>
        <p:nvSpPr>
          <p:cNvPr id="29" name="Picture Placeholder 26">
            <a:extLst>
              <a:ext uri="{FF2B5EF4-FFF2-40B4-BE49-F238E27FC236}">
                <a16:creationId xmlns:a16="http://schemas.microsoft.com/office/drawing/2014/main" id="{31CA3CD9-7AD4-7633-0BE8-34049BDB626D}"/>
              </a:ext>
            </a:extLst>
          </p:cNvPr>
          <p:cNvSpPr>
            <a:spLocks noGrp="1"/>
          </p:cNvSpPr>
          <p:nvPr>
            <p:ph type="pic" sz="quarter" idx="17" hasCustomPrompt="1"/>
          </p:nvPr>
        </p:nvSpPr>
        <p:spPr>
          <a:xfrm>
            <a:off x="9745782" y="2746859"/>
            <a:ext cx="1966912" cy="520700"/>
          </a:xfrm>
          <a:prstGeom prst="rect">
            <a:avLst/>
          </a:prstGeom>
        </p:spPr>
        <p:txBody>
          <a:bodyPr/>
          <a:lstStyle>
            <a:lvl1pPr marL="0" indent="0" algn="ctr">
              <a:buNone/>
              <a:defRPr i="0">
                <a:solidFill>
                  <a:schemeClr val="tx1"/>
                </a:solidFill>
                <a:latin typeface="Tenorite" pitchFamily="2" charset="0"/>
              </a:defRPr>
            </a:lvl1pPr>
          </a:lstStyle>
          <a:p>
            <a:r>
              <a:rPr lang="en-US"/>
              <a:t>LOGO</a:t>
            </a:r>
          </a:p>
        </p:txBody>
      </p:sp>
      <p:sp>
        <p:nvSpPr>
          <p:cNvPr id="30" name="Picture Placeholder 26">
            <a:extLst>
              <a:ext uri="{FF2B5EF4-FFF2-40B4-BE49-F238E27FC236}">
                <a16:creationId xmlns:a16="http://schemas.microsoft.com/office/drawing/2014/main" id="{F188A814-F4D3-5852-8554-1295E47B9D4F}"/>
              </a:ext>
            </a:extLst>
          </p:cNvPr>
          <p:cNvSpPr>
            <a:spLocks noGrp="1"/>
          </p:cNvSpPr>
          <p:nvPr>
            <p:ph type="pic" sz="quarter" idx="18" hasCustomPrompt="1"/>
          </p:nvPr>
        </p:nvSpPr>
        <p:spPr>
          <a:xfrm>
            <a:off x="9745782" y="3527981"/>
            <a:ext cx="1966912" cy="520700"/>
          </a:xfrm>
          <a:prstGeom prst="rect">
            <a:avLst/>
          </a:prstGeom>
        </p:spPr>
        <p:txBody>
          <a:bodyPr/>
          <a:lstStyle>
            <a:lvl1pPr marL="0" indent="0" algn="ctr">
              <a:buNone/>
              <a:defRPr i="0">
                <a:solidFill>
                  <a:schemeClr val="tx1"/>
                </a:solidFill>
                <a:latin typeface="Tenorite" pitchFamily="2" charset="0"/>
              </a:defRPr>
            </a:lvl1pPr>
          </a:lstStyle>
          <a:p>
            <a:r>
              <a:rPr lang="en-US"/>
              <a:t>LOGO</a:t>
            </a:r>
          </a:p>
        </p:txBody>
      </p:sp>
      <p:sp>
        <p:nvSpPr>
          <p:cNvPr id="31" name="Picture Placeholder 26">
            <a:extLst>
              <a:ext uri="{FF2B5EF4-FFF2-40B4-BE49-F238E27FC236}">
                <a16:creationId xmlns:a16="http://schemas.microsoft.com/office/drawing/2014/main" id="{340CCBCD-88CD-F538-46EA-C6BB42BF3D3E}"/>
              </a:ext>
            </a:extLst>
          </p:cNvPr>
          <p:cNvSpPr>
            <a:spLocks noGrp="1"/>
          </p:cNvSpPr>
          <p:nvPr>
            <p:ph type="pic" sz="quarter" idx="19" hasCustomPrompt="1"/>
          </p:nvPr>
        </p:nvSpPr>
        <p:spPr>
          <a:xfrm>
            <a:off x="9745782" y="4309103"/>
            <a:ext cx="1966912" cy="520700"/>
          </a:xfrm>
          <a:prstGeom prst="rect">
            <a:avLst/>
          </a:prstGeom>
        </p:spPr>
        <p:txBody>
          <a:bodyPr/>
          <a:lstStyle>
            <a:lvl1pPr marL="0" indent="0" algn="ctr">
              <a:buNone/>
              <a:defRPr i="0">
                <a:solidFill>
                  <a:schemeClr val="tx1"/>
                </a:solidFill>
                <a:latin typeface="Tenorite" pitchFamily="2" charset="0"/>
              </a:defRPr>
            </a:lvl1pPr>
          </a:lstStyle>
          <a:p>
            <a:r>
              <a:rPr lang="en-US"/>
              <a:t>LOGO</a:t>
            </a:r>
          </a:p>
        </p:txBody>
      </p:sp>
      <p:sp>
        <p:nvSpPr>
          <p:cNvPr id="32" name="Picture Placeholder 26">
            <a:extLst>
              <a:ext uri="{FF2B5EF4-FFF2-40B4-BE49-F238E27FC236}">
                <a16:creationId xmlns:a16="http://schemas.microsoft.com/office/drawing/2014/main" id="{07ED467B-1A4C-B770-6EC3-4871E050DB2F}"/>
              </a:ext>
            </a:extLst>
          </p:cNvPr>
          <p:cNvSpPr>
            <a:spLocks noGrp="1"/>
          </p:cNvSpPr>
          <p:nvPr>
            <p:ph type="pic" sz="quarter" idx="20" hasCustomPrompt="1"/>
          </p:nvPr>
        </p:nvSpPr>
        <p:spPr>
          <a:xfrm>
            <a:off x="9745782" y="5090224"/>
            <a:ext cx="1966912" cy="520700"/>
          </a:xfrm>
          <a:prstGeom prst="rect">
            <a:avLst/>
          </a:prstGeom>
        </p:spPr>
        <p:txBody>
          <a:bodyPr/>
          <a:lstStyle>
            <a:lvl1pPr marL="0" indent="0" algn="ctr">
              <a:buNone/>
              <a:defRPr i="0">
                <a:solidFill>
                  <a:schemeClr val="tx1"/>
                </a:solidFill>
                <a:latin typeface="Tenorite" pitchFamily="2" charset="0"/>
              </a:defRPr>
            </a:lvl1pPr>
          </a:lstStyle>
          <a:p>
            <a:r>
              <a:rPr lang="en-US"/>
              <a:t>LOGO</a:t>
            </a:r>
          </a:p>
        </p:txBody>
      </p:sp>
      <p:sp>
        <p:nvSpPr>
          <p:cNvPr id="7" name="Text Placeholder 3">
            <a:extLst>
              <a:ext uri="{FF2B5EF4-FFF2-40B4-BE49-F238E27FC236}">
                <a16:creationId xmlns:a16="http://schemas.microsoft.com/office/drawing/2014/main" id="{9C00AB87-DEC2-FFC4-718F-ABFB6C5A9C7A}"/>
              </a:ext>
            </a:extLst>
          </p:cNvPr>
          <p:cNvSpPr txBox="1">
            <a:spLocks/>
          </p:cNvSpPr>
          <p:nvPr userDrawn="1"/>
        </p:nvSpPr>
        <p:spPr>
          <a:xfrm>
            <a:off x="609600" y="4017122"/>
            <a:ext cx="3192378" cy="350649"/>
          </a:xfrm>
          <a:prstGeom prst="roundRect">
            <a:avLst>
              <a:gd name="adj" fmla="val 0"/>
            </a:avLst>
          </a:prstGeom>
          <a:noFill/>
          <a:ln w="15875">
            <a:noFill/>
          </a:ln>
        </p:spPr>
        <p:txBody>
          <a:bodyPr lIns="91440" rIns="91440" anchor="ctr">
            <a:noAutofit/>
          </a:bodyPr>
          <a:lstStyle>
            <a:lvl1pPr marL="304518" indent="-304518" algn="l" defTabSz="914377" rtl="0" eaLnBrk="1" latinLnBrk="0" hangingPunct="1">
              <a:lnSpc>
                <a:spcPct val="100000"/>
              </a:lnSpc>
              <a:spcBef>
                <a:spcPts val="800"/>
              </a:spcBef>
              <a:buClr>
                <a:schemeClr val="bg1"/>
              </a:buClr>
              <a:buFont typeface="Arial" panose="020B0604020202020204" pitchFamily="34" charset="0"/>
              <a:buChar char="•"/>
              <a:tabLst/>
              <a:defRPr sz="2800" kern="1200">
                <a:solidFill>
                  <a:schemeClr val="bg1"/>
                </a:solidFill>
                <a:latin typeface="+mn-lt"/>
                <a:ea typeface="+mn-ea"/>
                <a:cs typeface="+mn-cs"/>
              </a:defRPr>
            </a:lvl1pPr>
            <a:lvl2pPr marL="609037" indent="-304518" algn="l" defTabSz="914377" rtl="0" eaLnBrk="1" latinLnBrk="0" hangingPunct="1">
              <a:lnSpc>
                <a:spcPct val="100000"/>
              </a:lnSpc>
              <a:spcBef>
                <a:spcPts val="800"/>
              </a:spcBef>
              <a:buClr>
                <a:schemeClr val="bg1"/>
              </a:buClr>
              <a:buFont typeface="Arial" panose="020B0604020202020204" pitchFamily="34" charset="0"/>
              <a:buChar char="•"/>
              <a:tabLst/>
              <a:defRPr sz="2400" kern="1200">
                <a:solidFill>
                  <a:schemeClr val="bg1"/>
                </a:solidFill>
                <a:latin typeface="+mn-lt"/>
                <a:ea typeface="+mn-ea"/>
                <a:cs typeface="+mn-cs"/>
              </a:defRPr>
            </a:lvl2pPr>
            <a:lvl3pPr marL="913554" indent="0" algn="l" defTabSz="914377"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3pPr>
            <a:lvl4pPr marL="1600160"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349"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1800" spc="150">
                <a:solidFill>
                  <a:schemeClr val="accent2"/>
                </a:solidFill>
                <a:latin typeface="Tenorite" pitchFamily="2" charset="0"/>
              </a:rPr>
              <a:t>OUR WORK</a:t>
            </a:r>
          </a:p>
        </p:txBody>
      </p:sp>
      <p:sp>
        <p:nvSpPr>
          <p:cNvPr id="8" name="Text Placeholder 3">
            <a:extLst>
              <a:ext uri="{FF2B5EF4-FFF2-40B4-BE49-F238E27FC236}">
                <a16:creationId xmlns:a16="http://schemas.microsoft.com/office/drawing/2014/main" id="{EB0C96EA-1C5E-A2D8-2B05-6B365085FE06}"/>
              </a:ext>
            </a:extLst>
          </p:cNvPr>
          <p:cNvSpPr txBox="1">
            <a:spLocks/>
          </p:cNvSpPr>
          <p:nvPr userDrawn="1"/>
        </p:nvSpPr>
        <p:spPr>
          <a:xfrm>
            <a:off x="599521" y="1926820"/>
            <a:ext cx="3192378" cy="350649"/>
          </a:xfrm>
          <a:prstGeom prst="roundRect">
            <a:avLst>
              <a:gd name="adj" fmla="val 0"/>
            </a:avLst>
          </a:prstGeom>
          <a:noFill/>
          <a:ln w="15875">
            <a:noFill/>
          </a:ln>
        </p:spPr>
        <p:txBody>
          <a:bodyPr lIns="91440" rIns="91440" anchor="ctr">
            <a:noAutofit/>
          </a:bodyPr>
          <a:lstStyle>
            <a:lvl1pPr marL="304518" indent="-304518" algn="l" defTabSz="914377" rtl="0" eaLnBrk="1" latinLnBrk="0" hangingPunct="1">
              <a:lnSpc>
                <a:spcPct val="100000"/>
              </a:lnSpc>
              <a:spcBef>
                <a:spcPts val="800"/>
              </a:spcBef>
              <a:buClr>
                <a:schemeClr val="bg1"/>
              </a:buClr>
              <a:buFont typeface="Arial" panose="020B0604020202020204" pitchFamily="34" charset="0"/>
              <a:buChar char="•"/>
              <a:tabLst/>
              <a:defRPr sz="2800" kern="1200">
                <a:solidFill>
                  <a:schemeClr val="bg1"/>
                </a:solidFill>
                <a:latin typeface="+mn-lt"/>
                <a:ea typeface="+mn-ea"/>
                <a:cs typeface="+mn-cs"/>
              </a:defRPr>
            </a:lvl1pPr>
            <a:lvl2pPr marL="609037" indent="-304518" algn="l" defTabSz="914377" rtl="0" eaLnBrk="1" latinLnBrk="0" hangingPunct="1">
              <a:lnSpc>
                <a:spcPct val="100000"/>
              </a:lnSpc>
              <a:spcBef>
                <a:spcPts val="800"/>
              </a:spcBef>
              <a:buClr>
                <a:schemeClr val="bg1"/>
              </a:buClr>
              <a:buFont typeface="Arial" panose="020B0604020202020204" pitchFamily="34" charset="0"/>
              <a:buChar char="•"/>
              <a:tabLst/>
              <a:defRPr sz="2400" kern="1200">
                <a:solidFill>
                  <a:schemeClr val="bg1"/>
                </a:solidFill>
                <a:latin typeface="+mn-lt"/>
                <a:ea typeface="+mn-ea"/>
                <a:cs typeface="+mn-cs"/>
              </a:defRPr>
            </a:lvl2pPr>
            <a:lvl3pPr marL="913554" indent="0" algn="l" defTabSz="914377"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3pPr>
            <a:lvl4pPr marL="1600160"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349"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1800" spc="150">
                <a:solidFill>
                  <a:schemeClr val="accent2"/>
                </a:solidFill>
                <a:latin typeface="Tenorite" pitchFamily="2" charset="0"/>
              </a:rPr>
              <a:t>CLIENT CHALLENGES</a:t>
            </a:r>
          </a:p>
        </p:txBody>
      </p:sp>
      <p:sp>
        <p:nvSpPr>
          <p:cNvPr id="2" name="Title 1">
            <a:extLst>
              <a:ext uri="{FF2B5EF4-FFF2-40B4-BE49-F238E27FC236}">
                <a16:creationId xmlns:a16="http://schemas.microsoft.com/office/drawing/2014/main" id="{64907EF8-EF21-B19F-1C6D-CC78A26C1D31}"/>
              </a:ext>
            </a:extLst>
          </p:cNvPr>
          <p:cNvSpPr>
            <a:spLocks noGrp="1"/>
          </p:cNvSpPr>
          <p:nvPr>
            <p:ph type="title" hasCustomPrompt="1"/>
          </p:nvPr>
        </p:nvSpPr>
        <p:spPr>
          <a:xfrm>
            <a:off x="599521" y="506300"/>
            <a:ext cx="4782532" cy="1325563"/>
          </a:xfrm>
          <a:prstGeom prst="rect">
            <a:avLst/>
          </a:prstGeom>
        </p:spPr>
        <p:txBody>
          <a:bodyPr>
            <a:normAutofit/>
          </a:bodyPr>
          <a:lstStyle>
            <a:lvl1pPr>
              <a:defRPr sz="4000">
                <a:solidFill>
                  <a:schemeClr val="tx1"/>
                </a:solidFill>
              </a:defRPr>
            </a:lvl1pPr>
          </a:lstStyle>
          <a:p>
            <a:r>
              <a:rPr lang="en-US"/>
              <a:t>AHEAD in (Industry)</a:t>
            </a:r>
          </a:p>
        </p:txBody>
      </p:sp>
      <p:sp>
        <p:nvSpPr>
          <p:cNvPr id="6" name="Text Placeholder 19">
            <a:extLst>
              <a:ext uri="{FF2B5EF4-FFF2-40B4-BE49-F238E27FC236}">
                <a16:creationId xmlns:a16="http://schemas.microsoft.com/office/drawing/2014/main" id="{90E9DE46-0C36-21A1-5216-F43184B168B1}"/>
              </a:ext>
            </a:extLst>
          </p:cNvPr>
          <p:cNvSpPr>
            <a:spLocks noGrp="1"/>
          </p:cNvSpPr>
          <p:nvPr>
            <p:ph type="body" sz="quarter" idx="12"/>
          </p:nvPr>
        </p:nvSpPr>
        <p:spPr>
          <a:xfrm>
            <a:off x="599521" y="2306787"/>
            <a:ext cx="4583113" cy="1595437"/>
          </a:xfrm>
          <a:prstGeom prst="rect">
            <a:avLst/>
          </a:prstGeom>
        </p:spPr>
        <p:txBody>
          <a:bodyPr>
            <a:noAutofit/>
          </a:bodyPr>
          <a:lstStyle>
            <a:lvl1pPr marL="0" indent="0">
              <a:lnSpc>
                <a:spcPct val="100000"/>
              </a:lnSpc>
              <a:spcBef>
                <a:spcPts val="0"/>
              </a:spcBef>
              <a:spcAft>
                <a:spcPts val="200"/>
              </a:spcAft>
              <a:buNone/>
              <a:defRPr sz="1400" i="0">
                <a:solidFill>
                  <a:schemeClr val="tx1"/>
                </a:solidFill>
                <a:latin typeface="Tenorite" pitchFamily="2" charset="0"/>
              </a:defRPr>
            </a:lvl1pPr>
            <a:lvl2pPr marL="457189" indent="0">
              <a:buNone/>
              <a:defRPr sz="1400"/>
            </a:lvl2pPr>
            <a:lvl3pPr marL="914377" indent="0">
              <a:buNone/>
              <a:defRPr sz="1400"/>
            </a:lvl3pPr>
            <a:lvl4pPr marL="1371566" indent="0">
              <a:buNone/>
              <a:defRPr sz="1400"/>
            </a:lvl4pPr>
            <a:lvl5pPr marL="1828755" indent="0">
              <a:buNone/>
              <a:defRPr sz="1400"/>
            </a:lvl5pPr>
          </a:lstStyle>
          <a:p>
            <a:pPr lvl="0"/>
            <a:r>
              <a:rPr lang="en-US"/>
              <a:t>Click to edit Master text styles</a:t>
            </a:r>
          </a:p>
        </p:txBody>
      </p:sp>
      <p:sp>
        <p:nvSpPr>
          <p:cNvPr id="9" name="Text Placeholder 19">
            <a:extLst>
              <a:ext uri="{FF2B5EF4-FFF2-40B4-BE49-F238E27FC236}">
                <a16:creationId xmlns:a16="http://schemas.microsoft.com/office/drawing/2014/main" id="{BA35F0FE-7741-7471-4EA7-7DAB12CDA289}"/>
              </a:ext>
            </a:extLst>
          </p:cNvPr>
          <p:cNvSpPr>
            <a:spLocks noGrp="1"/>
          </p:cNvSpPr>
          <p:nvPr>
            <p:ph type="body" sz="quarter" idx="13"/>
          </p:nvPr>
        </p:nvSpPr>
        <p:spPr>
          <a:xfrm>
            <a:off x="599521" y="4397089"/>
            <a:ext cx="4583113" cy="1595437"/>
          </a:xfrm>
          <a:prstGeom prst="rect">
            <a:avLst/>
          </a:prstGeom>
        </p:spPr>
        <p:txBody>
          <a:bodyPr>
            <a:noAutofit/>
          </a:bodyPr>
          <a:lstStyle>
            <a:lvl1pPr marL="0" indent="0">
              <a:lnSpc>
                <a:spcPct val="100000"/>
              </a:lnSpc>
              <a:spcBef>
                <a:spcPts val="0"/>
              </a:spcBef>
              <a:spcAft>
                <a:spcPts val="200"/>
              </a:spcAft>
              <a:buNone/>
              <a:defRPr sz="1400" i="0">
                <a:solidFill>
                  <a:schemeClr val="tx1"/>
                </a:solidFill>
                <a:latin typeface="Tenorite" pitchFamily="2" charset="0"/>
              </a:defRPr>
            </a:lvl1pPr>
            <a:lvl2pPr marL="457189" indent="0">
              <a:buNone/>
              <a:defRPr sz="1400"/>
            </a:lvl2pPr>
            <a:lvl3pPr marL="914377" indent="0">
              <a:buNone/>
              <a:defRPr sz="1400"/>
            </a:lvl3pPr>
            <a:lvl4pPr marL="1371566" indent="0">
              <a:buNone/>
              <a:defRPr sz="1400"/>
            </a:lvl4pPr>
            <a:lvl5pPr marL="1828755" indent="0">
              <a:buNone/>
              <a:defRPr sz="1400"/>
            </a:lvl5pPr>
          </a:lstStyle>
          <a:p>
            <a:pPr lvl="0"/>
            <a:r>
              <a:rPr lang="en-US"/>
              <a:t>Click to edit Master text styles</a:t>
            </a:r>
          </a:p>
        </p:txBody>
      </p:sp>
      <p:sp>
        <p:nvSpPr>
          <p:cNvPr id="17" name="Slide Number Placeholder 16">
            <a:extLst>
              <a:ext uri="{FF2B5EF4-FFF2-40B4-BE49-F238E27FC236}">
                <a16:creationId xmlns:a16="http://schemas.microsoft.com/office/drawing/2014/main" id="{44737ED1-3A2E-2BFD-E2EB-F57E7DB63991}"/>
              </a:ext>
            </a:extLst>
          </p:cNvPr>
          <p:cNvSpPr>
            <a:spLocks noGrp="1"/>
          </p:cNvSpPr>
          <p:nvPr>
            <p:ph type="sldNum" sz="quarter" idx="23"/>
          </p:nvPr>
        </p:nvSpPr>
        <p:spPr/>
        <p:txBody>
          <a:bodyPr/>
          <a:lstStyle/>
          <a:p>
            <a:fld id="{A1386E00-FEB9-4948-8786-D40D5ED0BD9B}" type="slidenum">
              <a:rPr lang="en-US" smtClean="0"/>
              <a:pPr/>
              <a:t>‹#›</a:t>
            </a:fld>
            <a:endParaRPr lang="en-US"/>
          </a:p>
        </p:txBody>
      </p:sp>
      <p:pic>
        <p:nvPicPr>
          <p:cNvPr id="10" name="Picture 9" descr="A blue and black text box&#10;&#10;Description automatically generated with medium confidence">
            <a:extLst>
              <a:ext uri="{FF2B5EF4-FFF2-40B4-BE49-F238E27FC236}">
                <a16:creationId xmlns:a16="http://schemas.microsoft.com/office/drawing/2014/main" id="{03244A98-C7F3-3C65-08E2-21BAB295740A}"/>
              </a:ext>
            </a:extLst>
          </p:cNvPr>
          <p:cNvPicPr>
            <a:picLocks noGrp="1" noRot="1" noMove="1" noResize="1" noEditPoints="1" noAdjustHandles="1" noChangeArrowheads="1" noChangeShapeType="1" noCrop="1"/>
          </p:cNvPicPr>
          <p:nvPr userDrawn="1"/>
        </p:nvPicPr>
        <p:blipFill>
          <a:blip r:embed="rId3"/>
          <a:stretch>
            <a:fillRect/>
          </a:stretch>
        </p:blipFill>
        <p:spPr>
          <a:xfrm>
            <a:off x="11094915" y="6335769"/>
            <a:ext cx="699048" cy="174762"/>
          </a:xfrm>
          <a:prstGeom prst="rect">
            <a:avLst/>
          </a:prstGeom>
        </p:spPr>
      </p:pic>
      <p:sp>
        <p:nvSpPr>
          <p:cNvPr id="5" name="TextBox 4">
            <a:extLst>
              <a:ext uri="{FF2B5EF4-FFF2-40B4-BE49-F238E27FC236}">
                <a16:creationId xmlns:a16="http://schemas.microsoft.com/office/drawing/2014/main" id="{2526BAF8-C9D5-DE86-A1C2-E43856FB7CE2}"/>
              </a:ext>
            </a:extLst>
          </p:cNvPr>
          <p:cNvSpPr txBox="1">
            <a:spLocks noGrp="1" noRot="1" noMove="1" noResize="1" noEditPoints="1" noAdjustHandles="1" noChangeArrowheads="1" noChangeShapeType="1"/>
          </p:cNvSpPr>
          <p:nvPr userDrawn="1"/>
        </p:nvSpPr>
        <p:spPr>
          <a:xfrm>
            <a:off x="635000" y="6327126"/>
            <a:ext cx="2433010" cy="261610"/>
          </a:xfrm>
          <a:prstGeom prst="rect">
            <a:avLst/>
          </a:prstGeom>
          <a:noFill/>
        </p:spPr>
        <p:txBody>
          <a:bodyPr wrap="square" rtlCol="0" anchor="ctr">
            <a:spAutoFit/>
          </a:bodyPr>
          <a:lstStyle/>
          <a:p>
            <a:pPr algn="l"/>
            <a:r>
              <a:rPr lang="en-US" sz="1100" b="0" i="0" spc="0">
                <a:solidFill>
                  <a:schemeClr val="bg1">
                    <a:lumMod val="75000"/>
                  </a:schemeClr>
                </a:solidFill>
                <a:effectLst/>
                <a:latin typeface="Tenorite" pitchFamily="2" charset="0"/>
              </a:rPr>
              <a:t>Confidential - Proprietary to AHEAD</a:t>
            </a:r>
            <a:endParaRPr lang="en-US" sz="1100" i="0" spc="0">
              <a:solidFill>
                <a:schemeClr val="bg1">
                  <a:lumMod val="75000"/>
                </a:schemeClr>
              </a:solidFill>
              <a:latin typeface="Tenorite" pitchFamily="2" charset="0"/>
            </a:endParaRPr>
          </a:p>
        </p:txBody>
      </p:sp>
    </p:spTree>
    <p:extLst>
      <p:ext uri="{BB962C8B-B14F-4D97-AF65-F5344CB8AC3E}">
        <p14:creationId xmlns:p14="http://schemas.microsoft.com/office/powerpoint/2010/main" val="28331766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Industry Slide - Navy">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Picture Placeholder 24">
            <a:extLst>
              <a:ext uri="{FF2B5EF4-FFF2-40B4-BE49-F238E27FC236}">
                <a16:creationId xmlns:a16="http://schemas.microsoft.com/office/drawing/2014/main" id="{C124415B-4FC6-4F0E-B719-90ECA8E8633B}"/>
              </a:ext>
            </a:extLst>
          </p:cNvPr>
          <p:cNvSpPr>
            <a:spLocks noGrp="1"/>
          </p:cNvSpPr>
          <p:nvPr>
            <p:ph type="pic" sz="quarter" idx="14"/>
          </p:nvPr>
        </p:nvSpPr>
        <p:spPr>
          <a:xfrm>
            <a:off x="6052762" y="642649"/>
            <a:ext cx="7516812" cy="5417804"/>
          </a:xfrm>
          <a:prstGeom prst="roundRect">
            <a:avLst>
              <a:gd name="adj" fmla="val 8229"/>
            </a:avLst>
          </a:prstGeom>
        </p:spPr>
        <p:txBody>
          <a:bodyPr/>
          <a:lstStyle>
            <a:lvl1pPr>
              <a:defRPr i="0">
                <a:latin typeface="Tenorite" pitchFamily="2" charset="0"/>
              </a:defRPr>
            </a:lvl1pPr>
          </a:lstStyle>
          <a:p>
            <a:endParaRPr lang="en-US"/>
          </a:p>
        </p:txBody>
      </p:sp>
      <p:sp>
        <p:nvSpPr>
          <p:cNvPr id="4" name="Rectangle 3">
            <a:extLst>
              <a:ext uri="{FF2B5EF4-FFF2-40B4-BE49-F238E27FC236}">
                <a16:creationId xmlns:a16="http://schemas.microsoft.com/office/drawing/2014/main" id="{3BBD7C07-1E6E-F028-6AAD-A5182DE03AD8}"/>
              </a:ext>
            </a:extLst>
          </p:cNvPr>
          <p:cNvSpPr/>
          <p:nvPr userDrawn="1"/>
        </p:nvSpPr>
        <p:spPr>
          <a:xfrm>
            <a:off x="7009367" y="-43989"/>
            <a:ext cx="5314317" cy="6709355"/>
          </a:xfrm>
          <a:prstGeom prst="rect">
            <a:avLst/>
          </a:prstGeom>
          <a:gradFill flip="none" rotWithShape="1">
            <a:gsLst>
              <a:gs pos="0">
                <a:schemeClr val="bg2">
                  <a:alpha val="0"/>
                </a:schemeClr>
              </a:gs>
              <a:gs pos="100000">
                <a:schemeClr val="bg2">
                  <a:alpha val="64000"/>
                </a:schemeClr>
              </a:gs>
              <a:gs pos="70000">
                <a:schemeClr val="bg2">
                  <a:alpha val="46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i="0">
              <a:latin typeface="Tenorite" pitchFamily="2" charset="0"/>
            </a:endParaRPr>
          </a:p>
        </p:txBody>
      </p:sp>
      <p:sp>
        <p:nvSpPr>
          <p:cNvPr id="10" name="Picture Placeholder 26">
            <a:extLst>
              <a:ext uri="{FF2B5EF4-FFF2-40B4-BE49-F238E27FC236}">
                <a16:creationId xmlns:a16="http://schemas.microsoft.com/office/drawing/2014/main" id="{5BD6E876-251E-4AC6-0D05-EC5CD66EE0E2}"/>
              </a:ext>
            </a:extLst>
          </p:cNvPr>
          <p:cNvSpPr>
            <a:spLocks noGrp="1"/>
          </p:cNvSpPr>
          <p:nvPr>
            <p:ph type="pic" sz="quarter" idx="15" hasCustomPrompt="1"/>
          </p:nvPr>
        </p:nvSpPr>
        <p:spPr>
          <a:xfrm>
            <a:off x="9745782" y="1184615"/>
            <a:ext cx="1966912" cy="520700"/>
          </a:xfrm>
          <a:prstGeom prst="rect">
            <a:avLst/>
          </a:prstGeom>
        </p:spPr>
        <p:txBody>
          <a:bodyPr/>
          <a:lstStyle>
            <a:lvl1pPr marL="0" indent="0" algn="ctr">
              <a:buNone/>
              <a:defRPr i="0">
                <a:solidFill>
                  <a:schemeClr val="tx1"/>
                </a:solidFill>
                <a:latin typeface="Tenorite" pitchFamily="2" charset="0"/>
              </a:defRPr>
            </a:lvl1pPr>
          </a:lstStyle>
          <a:p>
            <a:r>
              <a:rPr lang="en-US"/>
              <a:t>LOGO</a:t>
            </a:r>
          </a:p>
        </p:txBody>
      </p:sp>
      <p:sp>
        <p:nvSpPr>
          <p:cNvPr id="11" name="Picture Placeholder 26">
            <a:extLst>
              <a:ext uri="{FF2B5EF4-FFF2-40B4-BE49-F238E27FC236}">
                <a16:creationId xmlns:a16="http://schemas.microsoft.com/office/drawing/2014/main" id="{85329489-3A93-781C-2816-18A4A88128CA}"/>
              </a:ext>
            </a:extLst>
          </p:cNvPr>
          <p:cNvSpPr>
            <a:spLocks noGrp="1"/>
          </p:cNvSpPr>
          <p:nvPr>
            <p:ph type="pic" sz="quarter" idx="16" hasCustomPrompt="1"/>
          </p:nvPr>
        </p:nvSpPr>
        <p:spPr>
          <a:xfrm>
            <a:off x="9745782" y="1965737"/>
            <a:ext cx="1966912" cy="520700"/>
          </a:xfrm>
          <a:prstGeom prst="rect">
            <a:avLst/>
          </a:prstGeom>
        </p:spPr>
        <p:txBody>
          <a:bodyPr/>
          <a:lstStyle>
            <a:lvl1pPr marL="0" indent="0" algn="ctr">
              <a:buNone/>
              <a:defRPr i="0">
                <a:solidFill>
                  <a:schemeClr val="tx1"/>
                </a:solidFill>
                <a:latin typeface="Tenorite" pitchFamily="2" charset="0"/>
              </a:defRPr>
            </a:lvl1pPr>
          </a:lstStyle>
          <a:p>
            <a:r>
              <a:rPr lang="en-US"/>
              <a:t>LOGO</a:t>
            </a:r>
          </a:p>
        </p:txBody>
      </p:sp>
      <p:sp>
        <p:nvSpPr>
          <p:cNvPr id="12" name="Picture Placeholder 26">
            <a:extLst>
              <a:ext uri="{FF2B5EF4-FFF2-40B4-BE49-F238E27FC236}">
                <a16:creationId xmlns:a16="http://schemas.microsoft.com/office/drawing/2014/main" id="{C91B6409-C05D-4CD8-EA4F-40861921E2EC}"/>
              </a:ext>
            </a:extLst>
          </p:cNvPr>
          <p:cNvSpPr>
            <a:spLocks noGrp="1"/>
          </p:cNvSpPr>
          <p:nvPr>
            <p:ph type="pic" sz="quarter" idx="17" hasCustomPrompt="1"/>
          </p:nvPr>
        </p:nvSpPr>
        <p:spPr>
          <a:xfrm>
            <a:off x="9745782" y="2746859"/>
            <a:ext cx="1966912" cy="520700"/>
          </a:xfrm>
          <a:prstGeom prst="rect">
            <a:avLst/>
          </a:prstGeom>
        </p:spPr>
        <p:txBody>
          <a:bodyPr/>
          <a:lstStyle>
            <a:lvl1pPr marL="0" indent="0" algn="ctr">
              <a:buNone/>
              <a:defRPr i="0">
                <a:solidFill>
                  <a:schemeClr val="tx1"/>
                </a:solidFill>
                <a:latin typeface="Tenorite" pitchFamily="2" charset="0"/>
              </a:defRPr>
            </a:lvl1pPr>
          </a:lstStyle>
          <a:p>
            <a:r>
              <a:rPr lang="en-US"/>
              <a:t>LOGO</a:t>
            </a:r>
          </a:p>
        </p:txBody>
      </p:sp>
      <p:sp>
        <p:nvSpPr>
          <p:cNvPr id="13" name="Picture Placeholder 26">
            <a:extLst>
              <a:ext uri="{FF2B5EF4-FFF2-40B4-BE49-F238E27FC236}">
                <a16:creationId xmlns:a16="http://schemas.microsoft.com/office/drawing/2014/main" id="{E5C83937-80F2-D2D4-1B73-5D8619E58B6A}"/>
              </a:ext>
            </a:extLst>
          </p:cNvPr>
          <p:cNvSpPr>
            <a:spLocks noGrp="1"/>
          </p:cNvSpPr>
          <p:nvPr>
            <p:ph type="pic" sz="quarter" idx="18" hasCustomPrompt="1"/>
          </p:nvPr>
        </p:nvSpPr>
        <p:spPr>
          <a:xfrm>
            <a:off x="9745782" y="3527981"/>
            <a:ext cx="1966912" cy="520700"/>
          </a:xfrm>
          <a:prstGeom prst="rect">
            <a:avLst/>
          </a:prstGeom>
        </p:spPr>
        <p:txBody>
          <a:bodyPr/>
          <a:lstStyle>
            <a:lvl1pPr marL="0" indent="0" algn="ctr">
              <a:buNone/>
              <a:defRPr i="0">
                <a:solidFill>
                  <a:schemeClr val="tx1"/>
                </a:solidFill>
                <a:latin typeface="Tenorite" pitchFamily="2" charset="0"/>
              </a:defRPr>
            </a:lvl1pPr>
          </a:lstStyle>
          <a:p>
            <a:r>
              <a:rPr lang="en-US"/>
              <a:t>LOGO</a:t>
            </a:r>
          </a:p>
        </p:txBody>
      </p:sp>
      <p:sp>
        <p:nvSpPr>
          <p:cNvPr id="14" name="Picture Placeholder 26">
            <a:extLst>
              <a:ext uri="{FF2B5EF4-FFF2-40B4-BE49-F238E27FC236}">
                <a16:creationId xmlns:a16="http://schemas.microsoft.com/office/drawing/2014/main" id="{84B401C4-0321-BDA5-CBBC-93C505421494}"/>
              </a:ext>
            </a:extLst>
          </p:cNvPr>
          <p:cNvSpPr>
            <a:spLocks noGrp="1"/>
          </p:cNvSpPr>
          <p:nvPr>
            <p:ph type="pic" sz="quarter" idx="19" hasCustomPrompt="1"/>
          </p:nvPr>
        </p:nvSpPr>
        <p:spPr>
          <a:xfrm>
            <a:off x="9745782" y="4309103"/>
            <a:ext cx="1966912" cy="520700"/>
          </a:xfrm>
          <a:prstGeom prst="rect">
            <a:avLst/>
          </a:prstGeom>
        </p:spPr>
        <p:txBody>
          <a:bodyPr/>
          <a:lstStyle>
            <a:lvl1pPr marL="0" indent="0" algn="ctr">
              <a:buNone/>
              <a:defRPr i="0">
                <a:solidFill>
                  <a:schemeClr val="tx1"/>
                </a:solidFill>
                <a:latin typeface="Tenorite" pitchFamily="2" charset="0"/>
              </a:defRPr>
            </a:lvl1pPr>
          </a:lstStyle>
          <a:p>
            <a:r>
              <a:rPr lang="en-US"/>
              <a:t>LOGO</a:t>
            </a:r>
          </a:p>
        </p:txBody>
      </p:sp>
      <p:sp>
        <p:nvSpPr>
          <p:cNvPr id="15" name="Picture Placeholder 26">
            <a:extLst>
              <a:ext uri="{FF2B5EF4-FFF2-40B4-BE49-F238E27FC236}">
                <a16:creationId xmlns:a16="http://schemas.microsoft.com/office/drawing/2014/main" id="{2CF4C6FC-A567-9F43-AA8E-068B9C30BAEA}"/>
              </a:ext>
            </a:extLst>
          </p:cNvPr>
          <p:cNvSpPr>
            <a:spLocks noGrp="1"/>
          </p:cNvSpPr>
          <p:nvPr>
            <p:ph type="pic" sz="quarter" idx="20" hasCustomPrompt="1"/>
          </p:nvPr>
        </p:nvSpPr>
        <p:spPr>
          <a:xfrm>
            <a:off x="9745782" y="5090224"/>
            <a:ext cx="1966912" cy="520700"/>
          </a:xfrm>
          <a:prstGeom prst="rect">
            <a:avLst/>
          </a:prstGeom>
        </p:spPr>
        <p:txBody>
          <a:bodyPr/>
          <a:lstStyle>
            <a:lvl1pPr marL="0" indent="0" algn="ctr">
              <a:buNone/>
              <a:defRPr i="0">
                <a:solidFill>
                  <a:schemeClr val="tx1"/>
                </a:solidFill>
                <a:latin typeface="Tenorite" pitchFamily="2" charset="0"/>
              </a:defRPr>
            </a:lvl1pPr>
          </a:lstStyle>
          <a:p>
            <a:r>
              <a:rPr lang="en-US"/>
              <a:t>LOGO</a:t>
            </a:r>
          </a:p>
        </p:txBody>
      </p:sp>
      <p:sp>
        <p:nvSpPr>
          <p:cNvPr id="16" name="Text Placeholder 3">
            <a:extLst>
              <a:ext uri="{FF2B5EF4-FFF2-40B4-BE49-F238E27FC236}">
                <a16:creationId xmlns:a16="http://schemas.microsoft.com/office/drawing/2014/main" id="{FD2C6948-A20B-A960-15A4-B5D4B7DAA7F2}"/>
              </a:ext>
            </a:extLst>
          </p:cNvPr>
          <p:cNvSpPr txBox="1">
            <a:spLocks/>
          </p:cNvSpPr>
          <p:nvPr userDrawn="1"/>
        </p:nvSpPr>
        <p:spPr>
          <a:xfrm>
            <a:off x="609600" y="4017122"/>
            <a:ext cx="3192378" cy="350649"/>
          </a:xfrm>
          <a:prstGeom prst="roundRect">
            <a:avLst>
              <a:gd name="adj" fmla="val 0"/>
            </a:avLst>
          </a:prstGeom>
          <a:noFill/>
          <a:ln w="15875">
            <a:noFill/>
          </a:ln>
        </p:spPr>
        <p:txBody>
          <a:bodyPr lIns="91440" rIns="91440" anchor="ctr"/>
          <a:lstStyle>
            <a:lvl1pPr marL="304518" indent="-304518" algn="l" defTabSz="914377" rtl="0" eaLnBrk="1" latinLnBrk="0" hangingPunct="1">
              <a:lnSpc>
                <a:spcPct val="100000"/>
              </a:lnSpc>
              <a:spcBef>
                <a:spcPts val="800"/>
              </a:spcBef>
              <a:buClr>
                <a:schemeClr val="bg1"/>
              </a:buClr>
              <a:buFont typeface="Arial" panose="020B0604020202020204" pitchFamily="34" charset="0"/>
              <a:buChar char="•"/>
              <a:tabLst/>
              <a:defRPr sz="2800" kern="1200">
                <a:solidFill>
                  <a:schemeClr val="bg1"/>
                </a:solidFill>
                <a:latin typeface="+mn-lt"/>
                <a:ea typeface="+mn-ea"/>
                <a:cs typeface="+mn-cs"/>
              </a:defRPr>
            </a:lvl1pPr>
            <a:lvl2pPr marL="609037" indent="-304518" algn="l" defTabSz="914377" rtl="0" eaLnBrk="1" latinLnBrk="0" hangingPunct="1">
              <a:lnSpc>
                <a:spcPct val="100000"/>
              </a:lnSpc>
              <a:spcBef>
                <a:spcPts val="800"/>
              </a:spcBef>
              <a:buClr>
                <a:schemeClr val="bg1"/>
              </a:buClr>
              <a:buFont typeface="Arial" panose="020B0604020202020204" pitchFamily="34" charset="0"/>
              <a:buChar char="•"/>
              <a:tabLst/>
              <a:defRPr sz="2400" kern="1200">
                <a:solidFill>
                  <a:schemeClr val="bg1"/>
                </a:solidFill>
                <a:latin typeface="+mn-lt"/>
                <a:ea typeface="+mn-ea"/>
                <a:cs typeface="+mn-cs"/>
              </a:defRPr>
            </a:lvl2pPr>
            <a:lvl3pPr marL="913554" indent="0" algn="l" defTabSz="914377"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3pPr>
            <a:lvl4pPr marL="1600160"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349"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1800" spc="150">
                <a:solidFill>
                  <a:schemeClr val="tx2"/>
                </a:solidFill>
                <a:latin typeface="Tenorite" pitchFamily="2" charset="0"/>
              </a:rPr>
              <a:t>OUR WORK</a:t>
            </a:r>
          </a:p>
        </p:txBody>
      </p:sp>
      <p:sp>
        <p:nvSpPr>
          <p:cNvPr id="17" name="Text Placeholder 3">
            <a:extLst>
              <a:ext uri="{FF2B5EF4-FFF2-40B4-BE49-F238E27FC236}">
                <a16:creationId xmlns:a16="http://schemas.microsoft.com/office/drawing/2014/main" id="{6DBD79EB-A124-42B9-71BA-E976F095A66B}"/>
              </a:ext>
            </a:extLst>
          </p:cNvPr>
          <p:cNvSpPr txBox="1">
            <a:spLocks/>
          </p:cNvSpPr>
          <p:nvPr userDrawn="1"/>
        </p:nvSpPr>
        <p:spPr>
          <a:xfrm>
            <a:off x="599521" y="1926820"/>
            <a:ext cx="3192378" cy="350649"/>
          </a:xfrm>
          <a:prstGeom prst="roundRect">
            <a:avLst>
              <a:gd name="adj" fmla="val 0"/>
            </a:avLst>
          </a:prstGeom>
          <a:noFill/>
          <a:ln w="15875">
            <a:noFill/>
          </a:ln>
        </p:spPr>
        <p:txBody>
          <a:bodyPr lIns="91440" rIns="91440" anchor="ctr"/>
          <a:lstStyle>
            <a:lvl1pPr marL="304518" indent="-304518" algn="l" defTabSz="914377" rtl="0" eaLnBrk="1" latinLnBrk="0" hangingPunct="1">
              <a:lnSpc>
                <a:spcPct val="100000"/>
              </a:lnSpc>
              <a:spcBef>
                <a:spcPts val="800"/>
              </a:spcBef>
              <a:buClr>
                <a:schemeClr val="bg1"/>
              </a:buClr>
              <a:buFont typeface="Arial" panose="020B0604020202020204" pitchFamily="34" charset="0"/>
              <a:buChar char="•"/>
              <a:tabLst/>
              <a:defRPr sz="2800" kern="1200">
                <a:solidFill>
                  <a:schemeClr val="bg1"/>
                </a:solidFill>
                <a:latin typeface="+mn-lt"/>
                <a:ea typeface="+mn-ea"/>
                <a:cs typeface="+mn-cs"/>
              </a:defRPr>
            </a:lvl1pPr>
            <a:lvl2pPr marL="609037" indent="-304518" algn="l" defTabSz="914377" rtl="0" eaLnBrk="1" latinLnBrk="0" hangingPunct="1">
              <a:lnSpc>
                <a:spcPct val="100000"/>
              </a:lnSpc>
              <a:spcBef>
                <a:spcPts val="800"/>
              </a:spcBef>
              <a:buClr>
                <a:schemeClr val="bg1"/>
              </a:buClr>
              <a:buFont typeface="Arial" panose="020B0604020202020204" pitchFamily="34" charset="0"/>
              <a:buChar char="•"/>
              <a:tabLst/>
              <a:defRPr sz="2400" kern="1200">
                <a:solidFill>
                  <a:schemeClr val="bg1"/>
                </a:solidFill>
                <a:latin typeface="+mn-lt"/>
                <a:ea typeface="+mn-ea"/>
                <a:cs typeface="+mn-cs"/>
              </a:defRPr>
            </a:lvl2pPr>
            <a:lvl3pPr marL="913554" indent="0" algn="l" defTabSz="914377"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3pPr>
            <a:lvl4pPr marL="1600160"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349"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1800" spc="150">
                <a:solidFill>
                  <a:schemeClr val="tx2"/>
                </a:solidFill>
                <a:latin typeface="Tenorite" pitchFamily="2" charset="0"/>
              </a:rPr>
              <a:t>CLIENT CHALLENGES</a:t>
            </a:r>
          </a:p>
        </p:txBody>
      </p:sp>
      <p:sp>
        <p:nvSpPr>
          <p:cNvPr id="18" name="Title 1">
            <a:extLst>
              <a:ext uri="{FF2B5EF4-FFF2-40B4-BE49-F238E27FC236}">
                <a16:creationId xmlns:a16="http://schemas.microsoft.com/office/drawing/2014/main" id="{3CDF818E-1D6A-6995-056E-B6BF19C67DCD}"/>
              </a:ext>
            </a:extLst>
          </p:cNvPr>
          <p:cNvSpPr>
            <a:spLocks noGrp="1"/>
          </p:cNvSpPr>
          <p:nvPr>
            <p:ph type="title" hasCustomPrompt="1"/>
          </p:nvPr>
        </p:nvSpPr>
        <p:spPr>
          <a:xfrm>
            <a:off x="599521" y="506300"/>
            <a:ext cx="4782532" cy="1325563"/>
          </a:xfrm>
          <a:prstGeom prst="rect">
            <a:avLst/>
          </a:prstGeom>
        </p:spPr>
        <p:txBody>
          <a:bodyPr>
            <a:normAutofit/>
          </a:bodyPr>
          <a:lstStyle>
            <a:lvl1pPr>
              <a:defRPr sz="4000">
                <a:solidFill>
                  <a:schemeClr val="tx1"/>
                </a:solidFill>
                <a:latin typeface="Tenorite" pitchFamily="2" charset="0"/>
              </a:defRPr>
            </a:lvl1pPr>
          </a:lstStyle>
          <a:p>
            <a:r>
              <a:rPr lang="en-US"/>
              <a:t>AHEAD in (Industry)</a:t>
            </a:r>
          </a:p>
        </p:txBody>
      </p:sp>
      <p:sp>
        <p:nvSpPr>
          <p:cNvPr id="23" name="Text Placeholder 19">
            <a:extLst>
              <a:ext uri="{FF2B5EF4-FFF2-40B4-BE49-F238E27FC236}">
                <a16:creationId xmlns:a16="http://schemas.microsoft.com/office/drawing/2014/main" id="{674E19BE-901F-C6D9-8057-17CCFABD7CE2}"/>
              </a:ext>
            </a:extLst>
          </p:cNvPr>
          <p:cNvSpPr>
            <a:spLocks noGrp="1"/>
          </p:cNvSpPr>
          <p:nvPr>
            <p:ph type="body" sz="quarter" idx="12"/>
          </p:nvPr>
        </p:nvSpPr>
        <p:spPr>
          <a:xfrm>
            <a:off x="599521" y="2306787"/>
            <a:ext cx="4583113" cy="1595437"/>
          </a:xfrm>
          <a:prstGeom prst="rect">
            <a:avLst/>
          </a:prstGeom>
        </p:spPr>
        <p:txBody>
          <a:bodyPr/>
          <a:lstStyle>
            <a:lvl1pPr marL="0" indent="0">
              <a:lnSpc>
                <a:spcPct val="100000"/>
              </a:lnSpc>
              <a:spcBef>
                <a:spcPts val="0"/>
              </a:spcBef>
              <a:spcAft>
                <a:spcPts val="200"/>
              </a:spcAft>
              <a:buNone/>
              <a:defRPr sz="1400" i="0">
                <a:solidFill>
                  <a:schemeClr val="tx1"/>
                </a:solidFill>
                <a:latin typeface="Tenorite" pitchFamily="2" charset="0"/>
              </a:defRPr>
            </a:lvl1pPr>
            <a:lvl2pPr marL="457189" indent="0">
              <a:buNone/>
              <a:defRPr sz="1400"/>
            </a:lvl2pPr>
            <a:lvl3pPr marL="914377" indent="0">
              <a:buNone/>
              <a:defRPr sz="1400"/>
            </a:lvl3pPr>
            <a:lvl4pPr marL="1371566" indent="0">
              <a:buNone/>
              <a:defRPr sz="1400"/>
            </a:lvl4pPr>
            <a:lvl5pPr marL="1828755" indent="0">
              <a:buNone/>
              <a:defRPr sz="1400"/>
            </a:lvl5pPr>
          </a:lstStyle>
          <a:p>
            <a:pPr lvl="0"/>
            <a:r>
              <a:rPr lang="en-US"/>
              <a:t>Click to edit Master text styles</a:t>
            </a:r>
          </a:p>
        </p:txBody>
      </p:sp>
      <p:sp>
        <p:nvSpPr>
          <p:cNvPr id="24" name="Text Placeholder 19">
            <a:extLst>
              <a:ext uri="{FF2B5EF4-FFF2-40B4-BE49-F238E27FC236}">
                <a16:creationId xmlns:a16="http://schemas.microsoft.com/office/drawing/2014/main" id="{930E7F66-8CE1-3BAD-6244-34354206DE7D}"/>
              </a:ext>
            </a:extLst>
          </p:cNvPr>
          <p:cNvSpPr>
            <a:spLocks noGrp="1"/>
          </p:cNvSpPr>
          <p:nvPr>
            <p:ph type="body" sz="quarter" idx="13"/>
          </p:nvPr>
        </p:nvSpPr>
        <p:spPr>
          <a:xfrm>
            <a:off x="599521" y="4397089"/>
            <a:ext cx="4583113" cy="1595437"/>
          </a:xfrm>
          <a:prstGeom prst="rect">
            <a:avLst/>
          </a:prstGeom>
        </p:spPr>
        <p:txBody>
          <a:bodyPr/>
          <a:lstStyle>
            <a:lvl1pPr marL="0" indent="0">
              <a:lnSpc>
                <a:spcPct val="100000"/>
              </a:lnSpc>
              <a:spcBef>
                <a:spcPts val="0"/>
              </a:spcBef>
              <a:spcAft>
                <a:spcPts val="200"/>
              </a:spcAft>
              <a:buNone/>
              <a:defRPr sz="1400" i="0">
                <a:solidFill>
                  <a:schemeClr val="tx1"/>
                </a:solidFill>
                <a:latin typeface="Tenorite" pitchFamily="2" charset="0"/>
              </a:defRPr>
            </a:lvl1pPr>
            <a:lvl2pPr marL="457189" indent="0">
              <a:buNone/>
              <a:defRPr sz="1400"/>
            </a:lvl2pPr>
            <a:lvl3pPr marL="914377" indent="0">
              <a:buNone/>
              <a:defRPr sz="1400"/>
            </a:lvl3pPr>
            <a:lvl4pPr marL="1371566" indent="0">
              <a:buNone/>
              <a:defRPr sz="1400"/>
            </a:lvl4pPr>
            <a:lvl5pPr marL="1828755" indent="0">
              <a:buNone/>
              <a:defRPr sz="1400"/>
            </a:lvl5pPr>
          </a:lstStyle>
          <a:p>
            <a:pPr lvl="0"/>
            <a:r>
              <a:rPr lang="en-US"/>
              <a:t>Click to edit Master text styles</a:t>
            </a:r>
          </a:p>
        </p:txBody>
      </p:sp>
      <p:sp>
        <p:nvSpPr>
          <p:cNvPr id="8" name="Slide Number Placeholder 7">
            <a:extLst>
              <a:ext uri="{FF2B5EF4-FFF2-40B4-BE49-F238E27FC236}">
                <a16:creationId xmlns:a16="http://schemas.microsoft.com/office/drawing/2014/main" id="{DD6A11FF-3605-C5BE-90E1-31984BFD755E}"/>
              </a:ext>
            </a:extLst>
          </p:cNvPr>
          <p:cNvSpPr>
            <a:spLocks noGrp="1"/>
          </p:cNvSpPr>
          <p:nvPr>
            <p:ph type="sldNum" sz="quarter" idx="23"/>
          </p:nvPr>
        </p:nvSpPr>
        <p:spPr/>
        <p:txBody>
          <a:bodyPr/>
          <a:lstStyle/>
          <a:p>
            <a:fld id="{A1386E00-FEB9-4948-8786-D40D5ED0BD9B}" type="slidenum">
              <a:rPr lang="en-US" smtClean="0"/>
              <a:pPr/>
              <a:t>‹#›</a:t>
            </a:fld>
            <a:endParaRPr lang="en-US"/>
          </a:p>
        </p:txBody>
      </p:sp>
      <p:pic>
        <p:nvPicPr>
          <p:cNvPr id="3" name="Picture 2" descr="A blue and black text box&#10;&#10;Description automatically generated with medium confidence">
            <a:extLst>
              <a:ext uri="{FF2B5EF4-FFF2-40B4-BE49-F238E27FC236}">
                <a16:creationId xmlns:a16="http://schemas.microsoft.com/office/drawing/2014/main" id="{92EA28D1-26EA-3D46-3711-E5BB1DFD46AE}"/>
              </a:ext>
            </a:extLst>
          </p:cNvPr>
          <p:cNvPicPr>
            <a:picLocks noGrp="1" noRot="1" noMove="1" noResize="1" noEditPoints="1" noAdjustHandles="1" noChangeArrowheads="1" noChangeShapeType="1" noCrop="1"/>
          </p:cNvPicPr>
          <p:nvPr userDrawn="1"/>
        </p:nvPicPr>
        <p:blipFill>
          <a:blip r:embed="rId3"/>
          <a:stretch>
            <a:fillRect/>
          </a:stretch>
        </p:blipFill>
        <p:spPr>
          <a:xfrm>
            <a:off x="11094915" y="6335769"/>
            <a:ext cx="699048" cy="174762"/>
          </a:xfrm>
          <a:prstGeom prst="rect">
            <a:avLst/>
          </a:prstGeom>
        </p:spPr>
      </p:pic>
      <p:sp>
        <p:nvSpPr>
          <p:cNvPr id="6" name="TextBox 5">
            <a:extLst>
              <a:ext uri="{FF2B5EF4-FFF2-40B4-BE49-F238E27FC236}">
                <a16:creationId xmlns:a16="http://schemas.microsoft.com/office/drawing/2014/main" id="{50070976-BFD8-9116-2343-85A08343E089}"/>
              </a:ext>
            </a:extLst>
          </p:cNvPr>
          <p:cNvSpPr txBox="1">
            <a:spLocks noGrp="1" noRot="1" noMove="1" noResize="1" noEditPoints="1" noAdjustHandles="1" noChangeArrowheads="1" noChangeShapeType="1"/>
          </p:cNvSpPr>
          <p:nvPr userDrawn="1"/>
        </p:nvSpPr>
        <p:spPr>
          <a:xfrm>
            <a:off x="635000" y="6327126"/>
            <a:ext cx="2433010" cy="261610"/>
          </a:xfrm>
          <a:prstGeom prst="rect">
            <a:avLst/>
          </a:prstGeom>
          <a:noFill/>
        </p:spPr>
        <p:txBody>
          <a:bodyPr wrap="square" rtlCol="0" anchor="ctr">
            <a:spAutoFit/>
          </a:bodyPr>
          <a:lstStyle/>
          <a:p>
            <a:pPr algn="l"/>
            <a:r>
              <a:rPr lang="en-US" sz="1100" b="0" i="0" spc="0">
                <a:solidFill>
                  <a:schemeClr val="bg1">
                    <a:lumMod val="75000"/>
                  </a:schemeClr>
                </a:solidFill>
                <a:effectLst/>
                <a:latin typeface="Tenorite" pitchFamily="2" charset="0"/>
              </a:rPr>
              <a:t>Confidential - Proprietary to AHEAD</a:t>
            </a:r>
            <a:endParaRPr lang="en-US" sz="1100" i="0" spc="0">
              <a:solidFill>
                <a:schemeClr val="bg1">
                  <a:lumMod val="75000"/>
                </a:schemeClr>
              </a:solidFill>
              <a:latin typeface="Tenorite" pitchFamily="2" charset="0"/>
            </a:endParaRPr>
          </a:p>
        </p:txBody>
      </p:sp>
    </p:spTree>
    <p:extLst>
      <p:ext uri="{BB962C8B-B14F-4D97-AF65-F5344CB8AC3E}">
        <p14:creationId xmlns:p14="http://schemas.microsoft.com/office/powerpoint/2010/main" val="20819278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Industry Slide - Gree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Picture Placeholder 24">
            <a:extLst>
              <a:ext uri="{FF2B5EF4-FFF2-40B4-BE49-F238E27FC236}">
                <a16:creationId xmlns:a16="http://schemas.microsoft.com/office/drawing/2014/main" id="{C124415B-4FC6-4F0E-B719-90ECA8E8633B}"/>
              </a:ext>
            </a:extLst>
          </p:cNvPr>
          <p:cNvSpPr>
            <a:spLocks noGrp="1"/>
          </p:cNvSpPr>
          <p:nvPr>
            <p:ph type="pic" sz="quarter" idx="14"/>
          </p:nvPr>
        </p:nvSpPr>
        <p:spPr>
          <a:xfrm>
            <a:off x="6052762" y="642649"/>
            <a:ext cx="7516812" cy="5417804"/>
          </a:xfrm>
          <a:prstGeom prst="roundRect">
            <a:avLst>
              <a:gd name="adj" fmla="val 8229"/>
            </a:avLst>
          </a:prstGeom>
        </p:spPr>
        <p:txBody>
          <a:bodyPr/>
          <a:lstStyle>
            <a:lvl1pPr>
              <a:defRPr i="0">
                <a:latin typeface="Tenorite" pitchFamily="2" charset="0"/>
              </a:defRPr>
            </a:lvl1pPr>
          </a:lstStyle>
          <a:p>
            <a:endParaRPr lang="en-US"/>
          </a:p>
        </p:txBody>
      </p:sp>
      <p:sp>
        <p:nvSpPr>
          <p:cNvPr id="4" name="Rectangle 3">
            <a:extLst>
              <a:ext uri="{FF2B5EF4-FFF2-40B4-BE49-F238E27FC236}">
                <a16:creationId xmlns:a16="http://schemas.microsoft.com/office/drawing/2014/main" id="{3BBD7C07-1E6E-F028-6AAD-A5182DE03AD8}"/>
              </a:ext>
            </a:extLst>
          </p:cNvPr>
          <p:cNvSpPr/>
          <p:nvPr userDrawn="1"/>
        </p:nvSpPr>
        <p:spPr>
          <a:xfrm>
            <a:off x="7009367" y="-43989"/>
            <a:ext cx="5314317" cy="6709355"/>
          </a:xfrm>
          <a:prstGeom prst="rect">
            <a:avLst/>
          </a:prstGeom>
          <a:gradFill flip="none" rotWithShape="1">
            <a:gsLst>
              <a:gs pos="0">
                <a:schemeClr val="bg2">
                  <a:alpha val="0"/>
                </a:schemeClr>
              </a:gs>
              <a:gs pos="100000">
                <a:schemeClr val="bg2">
                  <a:alpha val="64000"/>
                </a:schemeClr>
              </a:gs>
              <a:gs pos="70000">
                <a:schemeClr val="bg2">
                  <a:alpha val="46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i="0">
              <a:latin typeface="Tenorite" pitchFamily="2" charset="0"/>
            </a:endParaRPr>
          </a:p>
        </p:txBody>
      </p:sp>
      <p:sp>
        <p:nvSpPr>
          <p:cNvPr id="10" name="Picture Placeholder 26">
            <a:extLst>
              <a:ext uri="{FF2B5EF4-FFF2-40B4-BE49-F238E27FC236}">
                <a16:creationId xmlns:a16="http://schemas.microsoft.com/office/drawing/2014/main" id="{5BD6E876-251E-4AC6-0D05-EC5CD66EE0E2}"/>
              </a:ext>
            </a:extLst>
          </p:cNvPr>
          <p:cNvSpPr>
            <a:spLocks noGrp="1"/>
          </p:cNvSpPr>
          <p:nvPr>
            <p:ph type="pic" sz="quarter" idx="15" hasCustomPrompt="1"/>
          </p:nvPr>
        </p:nvSpPr>
        <p:spPr>
          <a:xfrm>
            <a:off x="9745782" y="1184615"/>
            <a:ext cx="1966912" cy="520700"/>
          </a:xfrm>
          <a:prstGeom prst="rect">
            <a:avLst/>
          </a:prstGeom>
        </p:spPr>
        <p:txBody>
          <a:bodyPr/>
          <a:lstStyle>
            <a:lvl1pPr marL="0" indent="0" algn="ctr">
              <a:buNone/>
              <a:defRPr i="0">
                <a:solidFill>
                  <a:schemeClr val="tx1"/>
                </a:solidFill>
                <a:latin typeface="Tenorite" pitchFamily="2" charset="0"/>
              </a:defRPr>
            </a:lvl1pPr>
          </a:lstStyle>
          <a:p>
            <a:r>
              <a:rPr lang="en-US"/>
              <a:t>LOGO</a:t>
            </a:r>
          </a:p>
        </p:txBody>
      </p:sp>
      <p:sp>
        <p:nvSpPr>
          <p:cNvPr id="11" name="Picture Placeholder 26">
            <a:extLst>
              <a:ext uri="{FF2B5EF4-FFF2-40B4-BE49-F238E27FC236}">
                <a16:creationId xmlns:a16="http://schemas.microsoft.com/office/drawing/2014/main" id="{85329489-3A93-781C-2816-18A4A88128CA}"/>
              </a:ext>
            </a:extLst>
          </p:cNvPr>
          <p:cNvSpPr>
            <a:spLocks noGrp="1"/>
          </p:cNvSpPr>
          <p:nvPr>
            <p:ph type="pic" sz="quarter" idx="16" hasCustomPrompt="1"/>
          </p:nvPr>
        </p:nvSpPr>
        <p:spPr>
          <a:xfrm>
            <a:off x="9745782" y="1965737"/>
            <a:ext cx="1966912" cy="520700"/>
          </a:xfrm>
          <a:prstGeom prst="rect">
            <a:avLst/>
          </a:prstGeom>
        </p:spPr>
        <p:txBody>
          <a:bodyPr/>
          <a:lstStyle>
            <a:lvl1pPr marL="0" indent="0" algn="ctr">
              <a:buNone/>
              <a:defRPr i="0">
                <a:solidFill>
                  <a:schemeClr val="tx1"/>
                </a:solidFill>
                <a:latin typeface="Tenorite" pitchFamily="2" charset="0"/>
              </a:defRPr>
            </a:lvl1pPr>
          </a:lstStyle>
          <a:p>
            <a:r>
              <a:rPr lang="en-US"/>
              <a:t>LOGO</a:t>
            </a:r>
          </a:p>
        </p:txBody>
      </p:sp>
      <p:sp>
        <p:nvSpPr>
          <p:cNvPr id="12" name="Picture Placeholder 26">
            <a:extLst>
              <a:ext uri="{FF2B5EF4-FFF2-40B4-BE49-F238E27FC236}">
                <a16:creationId xmlns:a16="http://schemas.microsoft.com/office/drawing/2014/main" id="{C91B6409-C05D-4CD8-EA4F-40861921E2EC}"/>
              </a:ext>
            </a:extLst>
          </p:cNvPr>
          <p:cNvSpPr>
            <a:spLocks noGrp="1"/>
          </p:cNvSpPr>
          <p:nvPr>
            <p:ph type="pic" sz="quarter" idx="17" hasCustomPrompt="1"/>
          </p:nvPr>
        </p:nvSpPr>
        <p:spPr>
          <a:xfrm>
            <a:off x="9745782" y="2746859"/>
            <a:ext cx="1966912" cy="520700"/>
          </a:xfrm>
          <a:prstGeom prst="rect">
            <a:avLst/>
          </a:prstGeom>
        </p:spPr>
        <p:txBody>
          <a:bodyPr/>
          <a:lstStyle>
            <a:lvl1pPr marL="0" indent="0" algn="ctr">
              <a:buNone/>
              <a:defRPr i="0">
                <a:solidFill>
                  <a:schemeClr val="tx1"/>
                </a:solidFill>
                <a:latin typeface="Tenorite" pitchFamily="2" charset="0"/>
              </a:defRPr>
            </a:lvl1pPr>
          </a:lstStyle>
          <a:p>
            <a:r>
              <a:rPr lang="en-US"/>
              <a:t>LOGO</a:t>
            </a:r>
          </a:p>
        </p:txBody>
      </p:sp>
      <p:sp>
        <p:nvSpPr>
          <p:cNvPr id="13" name="Picture Placeholder 26">
            <a:extLst>
              <a:ext uri="{FF2B5EF4-FFF2-40B4-BE49-F238E27FC236}">
                <a16:creationId xmlns:a16="http://schemas.microsoft.com/office/drawing/2014/main" id="{E5C83937-80F2-D2D4-1B73-5D8619E58B6A}"/>
              </a:ext>
            </a:extLst>
          </p:cNvPr>
          <p:cNvSpPr>
            <a:spLocks noGrp="1"/>
          </p:cNvSpPr>
          <p:nvPr>
            <p:ph type="pic" sz="quarter" idx="18" hasCustomPrompt="1"/>
          </p:nvPr>
        </p:nvSpPr>
        <p:spPr>
          <a:xfrm>
            <a:off x="9745782" y="3527981"/>
            <a:ext cx="1966912" cy="520700"/>
          </a:xfrm>
          <a:prstGeom prst="rect">
            <a:avLst/>
          </a:prstGeom>
        </p:spPr>
        <p:txBody>
          <a:bodyPr/>
          <a:lstStyle>
            <a:lvl1pPr marL="0" indent="0" algn="ctr">
              <a:buNone/>
              <a:defRPr i="0">
                <a:solidFill>
                  <a:schemeClr val="tx1"/>
                </a:solidFill>
                <a:latin typeface="Tenorite" pitchFamily="2" charset="0"/>
              </a:defRPr>
            </a:lvl1pPr>
          </a:lstStyle>
          <a:p>
            <a:r>
              <a:rPr lang="en-US"/>
              <a:t>LOGO</a:t>
            </a:r>
          </a:p>
        </p:txBody>
      </p:sp>
      <p:sp>
        <p:nvSpPr>
          <p:cNvPr id="14" name="Picture Placeholder 26">
            <a:extLst>
              <a:ext uri="{FF2B5EF4-FFF2-40B4-BE49-F238E27FC236}">
                <a16:creationId xmlns:a16="http://schemas.microsoft.com/office/drawing/2014/main" id="{84B401C4-0321-BDA5-CBBC-93C505421494}"/>
              </a:ext>
            </a:extLst>
          </p:cNvPr>
          <p:cNvSpPr>
            <a:spLocks noGrp="1"/>
          </p:cNvSpPr>
          <p:nvPr>
            <p:ph type="pic" sz="quarter" idx="19" hasCustomPrompt="1"/>
          </p:nvPr>
        </p:nvSpPr>
        <p:spPr>
          <a:xfrm>
            <a:off x="9745782" y="4309103"/>
            <a:ext cx="1966912" cy="520700"/>
          </a:xfrm>
          <a:prstGeom prst="rect">
            <a:avLst/>
          </a:prstGeom>
        </p:spPr>
        <p:txBody>
          <a:bodyPr/>
          <a:lstStyle>
            <a:lvl1pPr marL="0" indent="0" algn="ctr">
              <a:buNone/>
              <a:defRPr i="0">
                <a:solidFill>
                  <a:schemeClr val="tx1"/>
                </a:solidFill>
                <a:latin typeface="Tenorite" pitchFamily="2" charset="0"/>
              </a:defRPr>
            </a:lvl1pPr>
          </a:lstStyle>
          <a:p>
            <a:r>
              <a:rPr lang="en-US"/>
              <a:t>LOGO</a:t>
            </a:r>
          </a:p>
        </p:txBody>
      </p:sp>
      <p:sp>
        <p:nvSpPr>
          <p:cNvPr id="15" name="Picture Placeholder 26">
            <a:extLst>
              <a:ext uri="{FF2B5EF4-FFF2-40B4-BE49-F238E27FC236}">
                <a16:creationId xmlns:a16="http://schemas.microsoft.com/office/drawing/2014/main" id="{2CF4C6FC-A567-9F43-AA8E-068B9C30BAEA}"/>
              </a:ext>
            </a:extLst>
          </p:cNvPr>
          <p:cNvSpPr>
            <a:spLocks noGrp="1"/>
          </p:cNvSpPr>
          <p:nvPr>
            <p:ph type="pic" sz="quarter" idx="20" hasCustomPrompt="1"/>
          </p:nvPr>
        </p:nvSpPr>
        <p:spPr>
          <a:xfrm>
            <a:off x="9745782" y="5090224"/>
            <a:ext cx="1966912" cy="520700"/>
          </a:xfrm>
          <a:prstGeom prst="rect">
            <a:avLst/>
          </a:prstGeom>
        </p:spPr>
        <p:txBody>
          <a:bodyPr/>
          <a:lstStyle>
            <a:lvl1pPr marL="0" indent="0" algn="ctr">
              <a:buNone/>
              <a:defRPr i="0">
                <a:solidFill>
                  <a:schemeClr val="tx1"/>
                </a:solidFill>
                <a:latin typeface="Tenorite" pitchFamily="2" charset="0"/>
              </a:defRPr>
            </a:lvl1pPr>
          </a:lstStyle>
          <a:p>
            <a:r>
              <a:rPr lang="en-US"/>
              <a:t>LOGO</a:t>
            </a:r>
          </a:p>
        </p:txBody>
      </p:sp>
      <p:sp>
        <p:nvSpPr>
          <p:cNvPr id="16" name="Text Placeholder 3">
            <a:extLst>
              <a:ext uri="{FF2B5EF4-FFF2-40B4-BE49-F238E27FC236}">
                <a16:creationId xmlns:a16="http://schemas.microsoft.com/office/drawing/2014/main" id="{FD2C6948-A20B-A960-15A4-B5D4B7DAA7F2}"/>
              </a:ext>
            </a:extLst>
          </p:cNvPr>
          <p:cNvSpPr txBox="1">
            <a:spLocks/>
          </p:cNvSpPr>
          <p:nvPr userDrawn="1"/>
        </p:nvSpPr>
        <p:spPr>
          <a:xfrm>
            <a:off x="609600" y="4017122"/>
            <a:ext cx="3192378" cy="350649"/>
          </a:xfrm>
          <a:prstGeom prst="roundRect">
            <a:avLst>
              <a:gd name="adj" fmla="val 0"/>
            </a:avLst>
          </a:prstGeom>
          <a:noFill/>
          <a:ln w="15875">
            <a:noFill/>
          </a:ln>
        </p:spPr>
        <p:txBody>
          <a:bodyPr lIns="91440" rIns="91440" anchor="ctr"/>
          <a:lstStyle>
            <a:lvl1pPr marL="304518" indent="-304518" algn="l" defTabSz="914377" rtl="0" eaLnBrk="1" latinLnBrk="0" hangingPunct="1">
              <a:lnSpc>
                <a:spcPct val="100000"/>
              </a:lnSpc>
              <a:spcBef>
                <a:spcPts val="800"/>
              </a:spcBef>
              <a:buClr>
                <a:schemeClr val="bg1"/>
              </a:buClr>
              <a:buFont typeface="Arial" panose="020B0604020202020204" pitchFamily="34" charset="0"/>
              <a:buChar char="•"/>
              <a:tabLst/>
              <a:defRPr sz="2800" kern="1200">
                <a:solidFill>
                  <a:schemeClr val="bg1"/>
                </a:solidFill>
                <a:latin typeface="+mn-lt"/>
                <a:ea typeface="+mn-ea"/>
                <a:cs typeface="+mn-cs"/>
              </a:defRPr>
            </a:lvl1pPr>
            <a:lvl2pPr marL="609037" indent="-304518" algn="l" defTabSz="914377" rtl="0" eaLnBrk="1" latinLnBrk="0" hangingPunct="1">
              <a:lnSpc>
                <a:spcPct val="100000"/>
              </a:lnSpc>
              <a:spcBef>
                <a:spcPts val="800"/>
              </a:spcBef>
              <a:buClr>
                <a:schemeClr val="bg1"/>
              </a:buClr>
              <a:buFont typeface="Arial" panose="020B0604020202020204" pitchFamily="34" charset="0"/>
              <a:buChar char="•"/>
              <a:tabLst/>
              <a:defRPr sz="2400" kern="1200">
                <a:solidFill>
                  <a:schemeClr val="bg1"/>
                </a:solidFill>
                <a:latin typeface="+mn-lt"/>
                <a:ea typeface="+mn-ea"/>
                <a:cs typeface="+mn-cs"/>
              </a:defRPr>
            </a:lvl2pPr>
            <a:lvl3pPr marL="913554" indent="0" algn="l" defTabSz="914377"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3pPr>
            <a:lvl4pPr marL="1600160"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349"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1800" spc="150">
                <a:solidFill>
                  <a:schemeClr val="accent3"/>
                </a:solidFill>
                <a:latin typeface="Tenorite" pitchFamily="2" charset="0"/>
              </a:rPr>
              <a:t>OUR WORK</a:t>
            </a:r>
          </a:p>
        </p:txBody>
      </p:sp>
      <p:sp>
        <p:nvSpPr>
          <p:cNvPr id="17" name="Text Placeholder 3">
            <a:extLst>
              <a:ext uri="{FF2B5EF4-FFF2-40B4-BE49-F238E27FC236}">
                <a16:creationId xmlns:a16="http://schemas.microsoft.com/office/drawing/2014/main" id="{6DBD79EB-A124-42B9-71BA-E976F095A66B}"/>
              </a:ext>
            </a:extLst>
          </p:cNvPr>
          <p:cNvSpPr txBox="1">
            <a:spLocks/>
          </p:cNvSpPr>
          <p:nvPr userDrawn="1"/>
        </p:nvSpPr>
        <p:spPr>
          <a:xfrm>
            <a:off x="599521" y="1926820"/>
            <a:ext cx="3192378" cy="350649"/>
          </a:xfrm>
          <a:prstGeom prst="roundRect">
            <a:avLst>
              <a:gd name="adj" fmla="val 0"/>
            </a:avLst>
          </a:prstGeom>
          <a:noFill/>
          <a:ln w="15875">
            <a:noFill/>
          </a:ln>
        </p:spPr>
        <p:txBody>
          <a:bodyPr lIns="91440" rIns="91440" anchor="ctr"/>
          <a:lstStyle>
            <a:lvl1pPr marL="304518" indent="-304518" algn="l" defTabSz="914377" rtl="0" eaLnBrk="1" latinLnBrk="0" hangingPunct="1">
              <a:lnSpc>
                <a:spcPct val="100000"/>
              </a:lnSpc>
              <a:spcBef>
                <a:spcPts val="800"/>
              </a:spcBef>
              <a:buClr>
                <a:schemeClr val="bg1"/>
              </a:buClr>
              <a:buFont typeface="Arial" panose="020B0604020202020204" pitchFamily="34" charset="0"/>
              <a:buChar char="•"/>
              <a:tabLst/>
              <a:defRPr sz="2800" kern="1200">
                <a:solidFill>
                  <a:schemeClr val="bg1"/>
                </a:solidFill>
                <a:latin typeface="+mn-lt"/>
                <a:ea typeface="+mn-ea"/>
                <a:cs typeface="+mn-cs"/>
              </a:defRPr>
            </a:lvl1pPr>
            <a:lvl2pPr marL="609037" indent="-304518" algn="l" defTabSz="914377" rtl="0" eaLnBrk="1" latinLnBrk="0" hangingPunct="1">
              <a:lnSpc>
                <a:spcPct val="100000"/>
              </a:lnSpc>
              <a:spcBef>
                <a:spcPts val="800"/>
              </a:spcBef>
              <a:buClr>
                <a:schemeClr val="bg1"/>
              </a:buClr>
              <a:buFont typeface="Arial" panose="020B0604020202020204" pitchFamily="34" charset="0"/>
              <a:buChar char="•"/>
              <a:tabLst/>
              <a:defRPr sz="2400" kern="1200">
                <a:solidFill>
                  <a:schemeClr val="bg1"/>
                </a:solidFill>
                <a:latin typeface="+mn-lt"/>
                <a:ea typeface="+mn-ea"/>
                <a:cs typeface="+mn-cs"/>
              </a:defRPr>
            </a:lvl2pPr>
            <a:lvl3pPr marL="913554" indent="0" algn="l" defTabSz="914377"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3pPr>
            <a:lvl4pPr marL="1600160"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349"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1800" spc="150">
                <a:solidFill>
                  <a:schemeClr val="accent3"/>
                </a:solidFill>
                <a:latin typeface="Tenorite" pitchFamily="2" charset="0"/>
              </a:rPr>
              <a:t>CLIENT CHALLENGES</a:t>
            </a:r>
          </a:p>
        </p:txBody>
      </p:sp>
      <p:sp>
        <p:nvSpPr>
          <p:cNvPr id="18" name="Title 1">
            <a:extLst>
              <a:ext uri="{FF2B5EF4-FFF2-40B4-BE49-F238E27FC236}">
                <a16:creationId xmlns:a16="http://schemas.microsoft.com/office/drawing/2014/main" id="{3CDF818E-1D6A-6995-056E-B6BF19C67DCD}"/>
              </a:ext>
            </a:extLst>
          </p:cNvPr>
          <p:cNvSpPr>
            <a:spLocks noGrp="1"/>
          </p:cNvSpPr>
          <p:nvPr>
            <p:ph type="title" hasCustomPrompt="1"/>
          </p:nvPr>
        </p:nvSpPr>
        <p:spPr>
          <a:xfrm>
            <a:off x="599521" y="506300"/>
            <a:ext cx="4782532" cy="1325563"/>
          </a:xfrm>
          <a:prstGeom prst="rect">
            <a:avLst/>
          </a:prstGeom>
        </p:spPr>
        <p:txBody>
          <a:bodyPr>
            <a:normAutofit/>
          </a:bodyPr>
          <a:lstStyle>
            <a:lvl1pPr>
              <a:defRPr sz="4000">
                <a:solidFill>
                  <a:schemeClr val="tx1"/>
                </a:solidFill>
                <a:latin typeface="Tenorite" pitchFamily="2" charset="0"/>
              </a:defRPr>
            </a:lvl1pPr>
          </a:lstStyle>
          <a:p>
            <a:r>
              <a:rPr lang="en-US"/>
              <a:t>AHEAD in (Industry)</a:t>
            </a:r>
          </a:p>
        </p:txBody>
      </p:sp>
      <p:sp>
        <p:nvSpPr>
          <p:cNvPr id="3" name="Text Placeholder 19">
            <a:extLst>
              <a:ext uri="{FF2B5EF4-FFF2-40B4-BE49-F238E27FC236}">
                <a16:creationId xmlns:a16="http://schemas.microsoft.com/office/drawing/2014/main" id="{CA23862E-DFE9-E222-C409-54F2282D5E9F}"/>
              </a:ext>
            </a:extLst>
          </p:cNvPr>
          <p:cNvSpPr>
            <a:spLocks noGrp="1"/>
          </p:cNvSpPr>
          <p:nvPr>
            <p:ph type="body" sz="quarter" idx="12"/>
          </p:nvPr>
        </p:nvSpPr>
        <p:spPr>
          <a:xfrm>
            <a:off x="599521" y="2306787"/>
            <a:ext cx="4583113" cy="1595437"/>
          </a:xfrm>
          <a:prstGeom prst="rect">
            <a:avLst/>
          </a:prstGeom>
        </p:spPr>
        <p:txBody>
          <a:bodyPr/>
          <a:lstStyle>
            <a:lvl1pPr marL="0" indent="0">
              <a:lnSpc>
                <a:spcPct val="100000"/>
              </a:lnSpc>
              <a:spcBef>
                <a:spcPts val="0"/>
              </a:spcBef>
              <a:spcAft>
                <a:spcPts val="200"/>
              </a:spcAft>
              <a:buNone/>
              <a:defRPr sz="1400" i="0">
                <a:solidFill>
                  <a:schemeClr val="tx1"/>
                </a:solidFill>
                <a:latin typeface="Tenorite" pitchFamily="2" charset="0"/>
              </a:defRPr>
            </a:lvl1pPr>
            <a:lvl2pPr marL="457189" indent="0">
              <a:buNone/>
              <a:defRPr sz="1400"/>
            </a:lvl2pPr>
            <a:lvl3pPr marL="914377" indent="0">
              <a:buNone/>
              <a:defRPr sz="1400"/>
            </a:lvl3pPr>
            <a:lvl4pPr marL="1371566" indent="0">
              <a:buNone/>
              <a:defRPr sz="1400"/>
            </a:lvl4pPr>
            <a:lvl5pPr marL="1828755" indent="0">
              <a:buNone/>
              <a:defRPr sz="1400"/>
            </a:lvl5pPr>
          </a:lstStyle>
          <a:p>
            <a:pPr lvl="0"/>
            <a:r>
              <a:rPr lang="en-US"/>
              <a:t>Click to edit Master text styles</a:t>
            </a:r>
          </a:p>
        </p:txBody>
      </p:sp>
      <p:sp>
        <p:nvSpPr>
          <p:cNvPr id="7" name="Text Placeholder 19">
            <a:extLst>
              <a:ext uri="{FF2B5EF4-FFF2-40B4-BE49-F238E27FC236}">
                <a16:creationId xmlns:a16="http://schemas.microsoft.com/office/drawing/2014/main" id="{2DED1213-F86B-C35D-E35D-C9CE09F2A2C0}"/>
              </a:ext>
            </a:extLst>
          </p:cNvPr>
          <p:cNvSpPr>
            <a:spLocks noGrp="1"/>
          </p:cNvSpPr>
          <p:nvPr>
            <p:ph type="body" sz="quarter" idx="13"/>
          </p:nvPr>
        </p:nvSpPr>
        <p:spPr>
          <a:xfrm>
            <a:off x="599521" y="4397089"/>
            <a:ext cx="4583113" cy="1595437"/>
          </a:xfrm>
          <a:prstGeom prst="rect">
            <a:avLst/>
          </a:prstGeom>
        </p:spPr>
        <p:txBody>
          <a:bodyPr/>
          <a:lstStyle>
            <a:lvl1pPr marL="0" indent="0">
              <a:lnSpc>
                <a:spcPct val="100000"/>
              </a:lnSpc>
              <a:spcBef>
                <a:spcPts val="0"/>
              </a:spcBef>
              <a:spcAft>
                <a:spcPts val="200"/>
              </a:spcAft>
              <a:buNone/>
              <a:defRPr sz="1400" i="0">
                <a:solidFill>
                  <a:schemeClr val="tx1"/>
                </a:solidFill>
                <a:latin typeface="Tenorite" pitchFamily="2" charset="0"/>
              </a:defRPr>
            </a:lvl1pPr>
            <a:lvl2pPr marL="457189" indent="0">
              <a:buNone/>
              <a:defRPr sz="1400"/>
            </a:lvl2pPr>
            <a:lvl3pPr marL="914377" indent="0">
              <a:buNone/>
              <a:defRPr sz="1400"/>
            </a:lvl3pPr>
            <a:lvl4pPr marL="1371566" indent="0">
              <a:buNone/>
              <a:defRPr sz="1400"/>
            </a:lvl4pPr>
            <a:lvl5pPr marL="1828755" indent="0">
              <a:buNone/>
              <a:defRPr sz="1400"/>
            </a:lvl5pPr>
          </a:lstStyle>
          <a:p>
            <a:pPr lvl="0"/>
            <a:r>
              <a:rPr lang="en-US"/>
              <a:t>Click to edit Master text styles</a:t>
            </a:r>
          </a:p>
        </p:txBody>
      </p:sp>
      <p:sp>
        <p:nvSpPr>
          <p:cNvPr id="20" name="Slide Number Placeholder 19">
            <a:extLst>
              <a:ext uri="{FF2B5EF4-FFF2-40B4-BE49-F238E27FC236}">
                <a16:creationId xmlns:a16="http://schemas.microsoft.com/office/drawing/2014/main" id="{B22CE36D-7896-2D7F-938D-45859C9392A0}"/>
              </a:ext>
            </a:extLst>
          </p:cNvPr>
          <p:cNvSpPr>
            <a:spLocks noGrp="1"/>
          </p:cNvSpPr>
          <p:nvPr>
            <p:ph type="sldNum" sz="quarter" idx="23"/>
          </p:nvPr>
        </p:nvSpPr>
        <p:spPr/>
        <p:txBody>
          <a:bodyPr/>
          <a:lstStyle/>
          <a:p>
            <a:fld id="{A1386E00-FEB9-4948-8786-D40D5ED0BD9B}" type="slidenum">
              <a:rPr lang="en-US" smtClean="0"/>
              <a:pPr/>
              <a:t>‹#›</a:t>
            </a:fld>
            <a:endParaRPr lang="en-US"/>
          </a:p>
        </p:txBody>
      </p:sp>
      <p:pic>
        <p:nvPicPr>
          <p:cNvPr id="5" name="Picture 4" descr="A blue and black text box&#10;&#10;Description automatically generated with medium confidence">
            <a:extLst>
              <a:ext uri="{FF2B5EF4-FFF2-40B4-BE49-F238E27FC236}">
                <a16:creationId xmlns:a16="http://schemas.microsoft.com/office/drawing/2014/main" id="{D9E0C180-CC19-441F-DD27-452ECB9C1A58}"/>
              </a:ext>
            </a:extLst>
          </p:cNvPr>
          <p:cNvPicPr>
            <a:picLocks noGrp="1" noRot="1" noMove="1" noResize="1" noEditPoints="1" noAdjustHandles="1" noChangeArrowheads="1" noChangeShapeType="1" noCrop="1"/>
          </p:cNvPicPr>
          <p:nvPr userDrawn="1"/>
        </p:nvPicPr>
        <p:blipFill>
          <a:blip r:embed="rId3"/>
          <a:stretch>
            <a:fillRect/>
          </a:stretch>
        </p:blipFill>
        <p:spPr>
          <a:xfrm>
            <a:off x="11094915" y="6335769"/>
            <a:ext cx="699048" cy="174762"/>
          </a:xfrm>
          <a:prstGeom prst="rect">
            <a:avLst/>
          </a:prstGeom>
        </p:spPr>
      </p:pic>
      <p:sp>
        <p:nvSpPr>
          <p:cNvPr id="8" name="TextBox 7">
            <a:extLst>
              <a:ext uri="{FF2B5EF4-FFF2-40B4-BE49-F238E27FC236}">
                <a16:creationId xmlns:a16="http://schemas.microsoft.com/office/drawing/2014/main" id="{F6F909E8-6C8B-CB09-D939-20B774A99003}"/>
              </a:ext>
            </a:extLst>
          </p:cNvPr>
          <p:cNvSpPr txBox="1">
            <a:spLocks noGrp="1" noRot="1" noMove="1" noResize="1" noEditPoints="1" noAdjustHandles="1" noChangeArrowheads="1" noChangeShapeType="1"/>
          </p:cNvSpPr>
          <p:nvPr userDrawn="1"/>
        </p:nvSpPr>
        <p:spPr>
          <a:xfrm>
            <a:off x="635000" y="6327126"/>
            <a:ext cx="2433010" cy="261610"/>
          </a:xfrm>
          <a:prstGeom prst="rect">
            <a:avLst/>
          </a:prstGeom>
          <a:noFill/>
        </p:spPr>
        <p:txBody>
          <a:bodyPr wrap="square" rtlCol="0" anchor="ctr">
            <a:spAutoFit/>
          </a:bodyPr>
          <a:lstStyle/>
          <a:p>
            <a:pPr algn="l"/>
            <a:r>
              <a:rPr lang="en-US" sz="1100" b="0" i="0" spc="0">
                <a:solidFill>
                  <a:schemeClr val="bg1">
                    <a:lumMod val="75000"/>
                  </a:schemeClr>
                </a:solidFill>
                <a:effectLst/>
                <a:latin typeface="Tenorite" pitchFamily="2" charset="0"/>
              </a:rPr>
              <a:t>Confidential - Proprietary to AHEAD</a:t>
            </a:r>
            <a:endParaRPr lang="en-US" sz="1100" i="0" spc="0">
              <a:solidFill>
                <a:schemeClr val="bg1">
                  <a:lumMod val="75000"/>
                </a:schemeClr>
              </a:solidFill>
              <a:latin typeface="Tenorite" pitchFamily="2" charset="0"/>
            </a:endParaRPr>
          </a:p>
        </p:txBody>
      </p:sp>
    </p:spTree>
    <p:extLst>
      <p:ext uri="{BB962C8B-B14F-4D97-AF65-F5344CB8AC3E}">
        <p14:creationId xmlns:p14="http://schemas.microsoft.com/office/powerpoint/2010/main" val="2202228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Industry Slide - Teal">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Picture Placeholder 24">
            <a:extLst>
              <a:ext uri="{FF2B5EF4-FFF2-40B4-BE49-F238E27FC236}">
                <a16:creationId xmlns:a16="http://schemas.microsoft.com/office/drawing/2014/main" id="{C124415B-4FC6-4F0E-B719-90ECA8E8633B}"/>
              </a:ext>
            </a:extLst>
          </p:cNvPr>
          <p:cNvSpPr>
            <a:spLocks noGrp="1"/>
          </p:cNvSpPr>
          <p:nvPr>
            <p:ph type="pic" sz="quarter" idx="14"/>
          </p:nvPr>
        </p:nvSpPr>
        <p:spPr>
          <a:xfrm>
            <a:off x="6052762" y="642649"/>
            <a:ext cx="7516812" cy="5417804"/>
          </a:xfrm>
          <a:prstGeom prst="roundRect">
            <a:avLst>
              <a:gd name="adj" fmla="val 8229"/>
            </a:avLst>
          </a:prstGeom>
        </p:spPr>
        <p:txBody>
          <a:bodyPr/>
          <a:lstStyle>
            <a:lvl1pPr>
              <a:defRPr i="0">
                <a:latin typeface="Tenorite" pitchFamily="2" charset="0"/>
              </a:defRPr>
            </a:lvl1pPr>
          </a:lstStyle>
          <a:p>
            <a:endParaRPr lang="en-US"/>
          </a:p>
        </p:txBody>
      </p:sp>
      <p:sp>
        <p:nvSpPr>
          <p:cNvPr id="4" name="Rectangle 3">
            <a:extLst>
              <a:ext uri="{FF2B5EF4-FFF2-40B4-BE49-F238E27FC236}">
                <a16:creationId xmlns:a16="http://schemas.microsoft.com/office/drawing/2014/main" id="{3BBD7C07-1E6E-F028-6AAD-A5182DE03AD8}"/>
              </a:ext>
            </a:extLst>
          </p:cNvPr>
          <p:cNvSpPr/>
          <p:nvPr userDrawn="1"/>
        </p:nvSpPr>
        <p:spPr>
          <a:xfrm>
            <a:off x="7009367" y="-43989"/>
            <a:ext cx="5314317" cy="6709355"/>
          </a:xfrm>
          <a:prstGeom prst="rect">
            <a:avLst/>
          </a:prstGeom>
          <a:gradFill flip="none" rotWithShape="1">
            <a:gsLst>
              <a:gs pos="0">
                <a:schemeClr val="bg2">
                  <a:alpha val="0"/>
                </a:schemeClr>
              </a:gs>
              <a:gs pos="100000">
                <a:schemeClr val="bg2">
                  <a:alpha val="64000"/>
                </a:schemeClr>
              </a:gs>
              <a:gs pos="70000">
                <a:schemeClr val="bg2">
                  <a:alpha val="46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i="0">
              <a:latin typeface="Tenorite" pitchFamily="2" charset="0"/>
            </a:endParaRPr>
          </a:p>
        </p:txBody>
      </p:sp>
      <p:sp>
        <p:nvSpPr>
          <p:cNvPr id="10" name="Picture Placeholder 26">
            <a:extLst>
              <a:ext uri="{FF2B5EF4-FFF2-40B4-BE49-F238E27FC236}">
                <a16:creationId xmlns:a16="http://schemas.microsoft.com/office/drawing/2014/main" id="{5BD6E876-251E-4AC6-0D05-EC5CD66EE0E2}"/>
              </a:ext>
            </a:extLst>
          </p:cNvPr>
          <p:cNvSpPr>
            <a:spLocks noGrp="1"/>
          </p:cNvSpPr>
          <p:nvPr>
            <p:ph type="pic" sz="quarter" idx="15" hasCustomPrompt="1"/>
          </p:nvPr>
        </p:nvSpPr>
        <p:spPr>
          <a:xfrm>
            <a:off x="9745782" y="1184615"/>
            <a:ext cx="1966912" cy="520700"/>
          </a:xfrm>
          <a:prstGeom prst="rect">
            <a:avLst/>
          </a:prstGeom>
        </p:spPr>
        <p:txBody>
          <a:bodyPr/>
          <a:lstStyle>
            <a:lvl1pPr marL="0" indent="0" algn="ctr">
              <a:buNone/>
              <a:defRPr i="0">
                <a:solidFill>
                  <a:schemeClr val="tx1"/>
                </a:solidFill>
                <a:latin typeface="Tenorite" pitchFamily="2" charset="0"/>
              </a:defRPr>
            </a:lvl1pPr>
          </a:lstStyle>
          <a:p>
            <a:r>
              <a:rPr lang="en-US"/>
              <a:t>LOGO</a:t>
            </a:r>
          </a:p>
        </p:txBody>
      </p:sp>
      <p:sp>
        <p:nvSpPr>
          <p:cNvPr id="11" name="Picture Placeholder 26">
            <a:extLst>
              <a:ext uri="{FF2B5EF4-FFF2-40B4-BE49-F238E27FC236}">
                <a16:creationId xmlns:a16="http://schemas.microsoft.com/office/drawing/2014/main" id="{85329489-3A93-781C-2816-18A4A88128CA}"/>
              </a:ext>
            </a:extLst>
          </p:cNvPr>
          <p:cNvSpPr>
            <a:spLocks noGrp="1"/>
          </p:cNvSpPr>
          <p:nvPr>
            <p:ph type="pic" sz="quarter" idx="16" hasCustomPrompt="1"/>
          </p:nvPr>
        </p:nvSpPr>
        <p:spPr>
          <a:xfrm>
            <a:off x="9745782" y="1965737"/>
            <a:ext cx="1966912" cy="520700"/>
          </a:xfrm>
          <a:prstGeom prst="rect">
            <a:avLst/>
          </a:prstGeom>
        </p:spPr>
        <p:txBody>
          <a:bodyPr/>
          <a:lstStyle>
            <a:lvl1pPr marL="0" indent="0" algn="ctr">
              <a:buNone/>
              <a:defRPr i="0">
                <a:solidFill>
                  <a:schemeClr val="tx1"/>
                </a:solidFill>
                <a:latin typeface="Tenorite" pitchFamily="2" charset="0"/>
              </a:defRPr>
            </a:lvl1pPr>
          </a:lstStyle>
          <a:p>
            <a:r>
              <a:rPr lang="en-US"/>
              <a:t>LOGO</a:t>
            </a:r>
          </a:p>
        </p:txBody>
      </p:sp>
      <p:sp>
        <p:nvSpPr>
          <p:cNvPr id="12" name="Picture Placeholder 26">
            <a:extLst>
              <a:ext uri="{FF2B5EF4-FFF2-40B4-BE49-F238E27FC236}">
                <a16:creationId xmlns:a16="http://schemas.microsoft.com/office/drawing/2014/main" id="{C91B6409-C05D-4CD8-EA4F-40861921E2EC}"/>
              </a:ext>
            </a:extLst>
          </p:cNvPr>
          <p:cNvSpPr>
            <a:spLocks noGrp="1"/>
          </p:cNvSpPr>
          <p:nvPr>
            <p:ph type="pic" sz="quarter" idx="17" hasCustomPrompt="1"/>
          </p:nvPr>
        </p:nvSpPr>
        <p:spPr>
          <a:xfrm>
            <a:off x="9745782" y="2746859"/>
            <a:ext cx="1966912" cy="520700"/>
          </a:xfrm>
          <a:prstGeom prst="rect">
            <a:avLst/>
          </a:prstGeom>
        </p:spPr>
        <p:txBody>
          <a:bodyPr/>
          <a:lstStyle>
            <a:lvl1pPr marL="0" indent="0" algn="ctr">
              <a:buNone/>
              <a:defRPr i="0">
                <a:solidFill>
                  <a:schemeClr val="tx1"/>
                </a:solidFill>
                <a:latin typeface="Tenorite" pitchFamily="2" charset="0"/>
              </a:defRPr>
            </a:lvl1pPr>
          </a:lstStyle>
          <a:p>
            <a:r>
              <a:rPr lang="en-US"/>
              <a:t>LOGO</a:t>
            </a:r>
          </a:p>
        </p:txBody>
      </p:sp>
      <p:sp>
        <p:nvSpPr>
          <p:cNvPr id="13" name="Picture Placeholder 26">
            <a:extLst>
              <a:ext uri="{FF2B5EF4-FFF2-40B4-BE49-F238E27FC236}">
                <a16:creationId xmlns:a16="http://schemas.microsoft.com/office/drawing/2014/main" id="{E5C83937-80F2-D2D4-1B73-5D8619E58B6A}"/>
              </a:ext>
            </a:extLst>
          </p:cNvPr>
          <p:cNvSpPr>
            <a:spLocks noGrp="1"/>
          </p:cNvSpPr>
          <p:nvPr>
            <p:ph type="pic" sz="quarter" idx="18" hasCustomPrompt="1"/>
          </p:nvPr>
        </p:nvSpPr>
        <p:spPr>
          <a:xfrm>
            <a:off x="9745782" y="3527981"/>
            <a:ext cx="1966912" cy="520700"/>
          </a:xfrm>
          <a:prstGeom prst="rect">
            <a:avLst/>
          </a:prstGeom>
        </p:spPr>
        <p:txBody>
          <a:bodyPr/>
          <a:lstStyle>
            <a:lvl1pPr marL="0" indent="0" algn="ctr">
              <a:buNone/>
              <a:defRPr i="0">
                <a:solidFill>
                  <a:schemeClr val="tx1"/>
                </a:solidFill>
                <a:latin typeface="Tenorite" pitchFamily="2" charset="0"/>
              </a:defRPr>
            </a:lvl1pPr>
          </a:lstStyle>
          <a:p>
            <a:r>
              <a:rPr lang="en-US"/>
              <a:t>LOGO</a:t>
            </a:r>
          </a:p>
        </p:txBody>
      </p:sp>
      <p:sp>
        <p:nvSpPr>
          <p:cNvPr id="14" name="Picture Placeholder 26">
            <a:extLst>
              <a:ext uri="{FF2B5EF4-FFF2-40B4-BE49-F238E27FC236}">
                <a16:creationId xmlns:a16="http://schemas.microsoft.com/office/drawing/2014/main" id="{84B401C4-0321-BDA5-CBBC-93C505421494}"/>
              </a:ext>
            </a:extLst>
          </p:cNvPr>
          <p:cNvSpPr>
            <a:spLocks noGrp="1"/>
          </p:cNvSpPr>
          <p:nvPr>
            <p:ph type="pic" sz="quarter" idx="19" hasCustomPrompt="1"/>
          </p:nvPr>
        </p:nvSpPr>
        <p:spPr>
          <a:xfrm>
            <a:off x="9745782" y="4309103"/>
            <a:ext cx="1966912" cy="520700"/>
          </a:xfrm>
          <a:prstGeom prst="rect">
            <a:avLst/>
          </a:prstGeom>
        </p:spPr>
        <p:txBody>
          <a:bodyPr/>
          <a:lstStyle>
            <a:lvl1pPr marL="0" indent="0" algn="ctr">
              <a:buNone/>
              <a:defRPr i="0">
                <a:solidFill>
                  <a:schemeClr val="tx1"/>
                </a:solidFill>
                <a:latin typeface="Tenorite" pitchFamily="2" charset="0"/>
              </a:defRPr>
            </a:lvl1pPr>
          </a:lstStyle>
          <a:p>
            <a:r>
              <a:rPr lang="en-US"/>
              <a:t>LOGO</a:t>
            </a:r>
          </a:p>
        </p:txBody>
      </p:sp>
      <p:sp>
        <p:nvSpPr>
          <p:cNvPr id="15" name="Picture Placeholder 26">
            <a:extLst>
              <a:ext uri="{FF2B5EF4-FFF2-40B4-BE49-F238E27FC236}">
                <a16:creationId xmlns:a16="http://schemas.microsoft.com/office/drawing/2014/main" id="{2CF4C6FC-A567-9F43-AA8E-068B9C30BAEA}"/>
              </a:ext>
            </a:extLst>
          </p:cNvPr>
          <p:cNvSpPr>
            <a:spLocks noGrp="1"/>
          </p:cNvSpPr>
          <p:nvPr>
            <p:ph type="pic" sz="quarter" idx="20" hasCustomPrompt="1"/>
          </p:nvPr>
        </p:nvSpPr>
        <p:spPr>
          <a:xfrm>
            <a:off x="9745782" y="5090224"/>
            <a:ext cx="1966912" cy="520700"/>
          </a:xfrm>
          <a:prstGeom prst="rect">
            <a:avLst/>
          </a:prstGeom>
        </p:spPr>
        <p:txBody>
          <a:bodyPr/>
          <a:lstStyle>
            <a:lvl1pPr marL="0" indent="0" algn="ctr">
              <a:buNone/>
              <a:defRPr i="0">
                <a:solidFill>
                  <a:schemeClr val="tx1"/>
                </a:solidFill>
                <a:latin typeface="Tenorite" pitchFamily="2" charset="0"/>
              </a:defRPr>
            </a:lvl1pPr>
          </a:lstStyle>
          <a:p>
            <a:r>
              <a:rPr lang="en-US"/>
              <a:t>LOGO</a:t>
            </a:r>
          </a:p>
        </p:txBody>
      </p:sp>
      <p:sp>
        <p:nvSpPr>
          <p:cNvPr id="16" name="Text Placeholder 3">
            <a:extLst>
              <a:ext uri="{FF2B5EF4-FFF2-40B4-BE49-F238E27FC236}">
                <a16:creationId xmlns:a16="http://schemas.microsoft.com/office/drawing/2014/main" id="{FD2C6948-A20B-A960-15A4-B5D4B7DAA7F2}"/>
              </a:ext>
            </a:extLst>
          </p:cNvPr>
          <p:cNvSpPr txBox="1">
            <a:spLocks/>
          </p:cNvSpPr>
          <p:nvPr userDrawn="1"/>
        </p:nvSpPr>
        <p:spPr>
          <a:xfrm>
            <a:off x="609600" y="4017122"/>
            <a:ext cx="3192378" cy="350649"/>
          </a:xfrm>
          <a:prstGeom prst="roundRect">
            <a:avLst>
              <a:gd name="adj" fmla="val 0"/>
            </a:avLst>
          </a:prstGeom>
          <a:noFill/>
          <a:ln w="15875">
            <a:noFill/>
          </a:ln>
        </p:spPr>
        <p:txBody>
          <a:bodyPr lIns="91440" rIns="91440" anchor="ctr"/>
          <a:lstStyle>
            <a:lvl1pPr marL="304518" indent="-304518" algn="l" defTabSz="914377" rtl="0" eaLnBrk="1" latinLnBrk="0" hangingPunct="1">
              <a:lnSpc>
                <a:spcPct val="100000"/>
              </a:lnSpc>
              <a:spcBef>
                <a:spcPts val="800"/>
              </a:spcBef>
              <a:buClr>
                <a:schemeClr val="bg1"/>
              </a:buClr>
              <a:buFont typeface="Arial" panose="020B0604020202020204" pitchFamily="34" charset="0"/>
              <a:buChar char="•"/>
              <a:tabLst/>
              <a:defRPr sz="2800" kern="1200">
                <a:solidFill>
                  <a:schemeClr val="bg1"/>
                </a:solidFill>
                <a:latin typeface="+mn-lt"/>
                <a:ea typeface="+mn-ea"/>
                <a:cs typeface="+mn-cs"/>
              </a:defRPr>
            </a:lvl1pPr>
            <a:lvl2pPr marL="609037" indent="-304518" algn="l" defTabSz="914377" rtl="0" eaLnBrk="1" latinLnBrk="0" hangingPunct="1">
              <a:lnSpc>
                <a:spcPct val="100000"/>
              </a:lnSpc>
              <a:spcBef>
                <a:spcPts val="800"/>
              </a:spcBef>
              <a:buClr>
                <a:schemeClr val="bg1"/>
              </a:buClr>
              <a:buFont typeface="Arial" panose="020B0604020202020204" pitchFamily="34" charset="0"/>
              <a:buChar char="•"/>
              <a:tabLst/>
              <a:defRPr sz="2400" kern="1200">
                <a:solidFill>
                  <a:schemeClr val="bg1"/>
                </a:solidFill>
                <a:latin typeface="+mn-lt"/>
                <a:ea typeface="+mn-ea"/>
                <a:cs typeface="+mn-cs"/>
              </a:defRPr>
            </a:lvl2pPr>
            <a:lvl3pPr marL="913554" indent="0" algn="l" defTabSz="914377"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3pPr>
            <a:lvl4pPr marL="1600160"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349"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1800" spc="150">
                <a:solidFill>
                  <a:schemeClr val="accent1"/>
                </a:solidFill>
                <a:latin typeface="Tenorite" pitchFamily="2" charset="0"/>
              </a:rPr>
              <a:t>OUR WORK</a:t>
            </a:r>
          </a:p>
        </p:txBody>
      </p:sp>
      <p:sp>
        <p:nvSpPr>
          <p:cNvPr id="17" name="Text Placeholder 3">
            <a:extLst>
              <a:ext uri="{FF2B5EF4-FFF2-40B4-BE49-F238E27FC236}">
                <a16:creationId xmlns:a16="http://schemas.microsoft.com/office/drawing/2014/main" id="{6DBD79EB-A124-42B9-71BA-E976F095A66B}"/>
              </a:ext>
            </a:extLst>
          </p:cNvPr>
          <p:cNvSpPr txBox="1">
            <a:spLocks/>
          </p:cNvSpPr>
          <p:nvPr userDrawn="1"/>
        </p:nvSpPr>
        <p:spPr>
          <a:xfrm>
            <a:off x="599521" y="1926820"/>
            <a:ext cx="3192378" cy="350649"/>
          </a:xfrm>
          <a:prstGeom prst="roundRect">
            <a:avLst>
              <a:gd name="adj" fmla="val 0"/>
            </a:avLst>
          </a:prstGeom>
          <a:noFill/>
          <a:ln w="15875">
            <a:noFill/>
          </a:ln>
        </p:spPr>
        <p:txBody>
          <a:bodyPr lIns="91440" rIns="91440" anchor="ctr"/>
          <a:lstStyle>
            <a:lvl1pPr marL="304518" indent="-304518" algn="l" defTabSz="914377" rtl="0" eaLnBrk="1" latinLnBrk="0" hangingPunct="1">
              <a:lnSpc>
                <a:spcPct val="100000"/>
              </a:lnSpc>
              <a:spcBef>
                <a:spcPts val="800"/>
              </a:spcBef>
              <a:buClr>
                <a:schemeClr val="bg1"/>
              </a:buClr>
              <a:buFont typeface="Arial" panose="020B0604020202020204" pitchFamily="34" charset="0"/>
              <a:buChar char="•"/>
              <a:tabLst/>
              <a:defRPr sz="2800" kern="1200">
                <a:solidFill>
                  <a:schemeClr val="bg1"/>
                </a:solidFill>
                <a:latin typeface="+mn-lt"/>
                <a:ea typeface="+mn-ea"/>
                <a:cs typeface="+mn-cs"/>
              </a:defRPr>
            </a:lvl1pPr>
            <a:lvl2pPr marL="609037" indent="-304518" algn="l" defTabSz="914377" rtl="0" eaLnBrk="1" latinLnBrk="0" hangingPunct="1">
              <a:lnSpc>
                <a:spcPct val="100000"/>
              </a:lnSpc>
              <a:spcBef>
                <a:spcPts val="800"/>
              </a:spcBef>
              <a:buClr>
                <a:schemeClr val="bg1"/>
              </a:buClr>
              <a:buFont typeface="Arial" panose="020B0604020202020204" pitchFamily="34" charset="0"/>
              <a:buChar char="•"/>
              <a:tabLst/>
              <a:defRPr sz="2400" kern="1200">
                <a:solidFill>
                  <a:schemeClr val="bg1"/>
                </a:solidFill>
                <a:latin typeface="+mn-lt"/>
                <a:ea typeface="+mn-ea"/>
                <a:cs typeface="+mn-cs"/>
              </a:defRPr>
            </a:lvl2pPr>
            <a:lvl3pPr marL="913554" indent="0" algn="l" defTabSz="914377"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3pPr>
            <a:lvl4pPr marL="1600160"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349"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1800" spc="150">
                <a:solidFill>
                  <a:schemeClr val="accent1"/>
                </a:solidFill>
                <a:latin typeface="Tenorite" pitchFamily="2" charset="0"/>
              </a:rPr>
              <a:t>CLIENT CHALLENGES</a:t>
            </a:r>
          </a:p>
        </p:txBody>
      </p:sp>
      <p:sp>
        <p:nvSpPr>
          <p:cNvPr id="18" name="Title 1">
            <a:extLst>
              <a:ext uri="{FF2B5EF4-FFF2-40B4-BE49-F238E27FC236}">
                <a16:creationId xmlns:a16="http://schemas.microsoft.com/office/drawing/2014/main" id="{3CDF818E-1D6A-6995-056E-B6BF19C67DCD}"/>
              </a:ext>
            </a:extLst>
          </p:cNvPr>
          <p:cNvSpPr>
            <a:spLocks noGrp="1"/>
          </p:cNvSpPr>
          <p:nvPr>
            <p:ph type="title" hasCustomPrompt="1"/>
          </p:nvPr>
        </p:nvSpPr>
        <p:spPr>
          <a:xfrm>
            <a:off x="599521" y="506300"/>
            <a:ext cx="4782532" cy="1325563"/>
          </a:xfrm>
          <a:prstGeom prst="rect">
            <a:avLst/>
          </a:prstGeom>
        </p:spPr>
        <p:txBody>
          <a:bodyPr>
            <a:normAutofit/>
          </a:bodyPr>
          <a:lstStyle>
            <a:lvl1pPr>
              <a:defRPr sz="4000">
                <a:solidFill>
                  <a:schemeClr val="tx1"/>
                </a:solidFill>
                <a:latin typeface="Tenorite" pitchFamily="2" charset="0"/>
              </a:defRPr>
            </a:lvl1pPr>
          </a:lstStyle>
          <a:p>
            <a:r>
              <a:rPr lang="en-US"/>
              <a:t>AHEAD in (Industry)</a:t>
            </a:r>
          </a:p>
        </p:txBody>
      </p:sp>
      <p:sp>
        <p:nvSpPr>
          <p:cNvPr id="8" name="Text Placeholder 19">
            <a:extLst>
              <a:ext uri="{FF2B5EF4-FFF2-40B4-BE49-F238E27FC236}">
                <a16:creationId xmlns:a16="http://schemas.microsoft.com/office/drawing/2014/main" id="{6F538DE4-48BF-6FA3-2137-81A44BF68EFF}"/>
              </a:ext>
            </a:extLst>
          </p:cNvPr>
          <p:cNvSpPr>
            <a:spLocks noGrp="1"/>
          </p:cNvSpPr>
          <p:nvPr>
            <p:ph type="body" sz="quarter" idx="12"/>
          </p:nvPr>
        </p:nvSpPr>
        <p:spPr>
          <a:xfrm>
            <a:off x="599521" y="2306787"/>
            <a:ext cx="4583113" cy="1595437"/>
          </a:xfrm>
          <a:prstGeom prst="rect">
            <a:avLst/>
          </a:prstGeom>
        </p:spPr>
        <p:txBody>
          <a:bodyPr/>
          <a:lstStyle>
            <a:lvl1pPr marL="0" indent="0">
              <a:lnSpc>
                <a:spcPct val="100000"/>
              </a:lnSpc>
              <a:spcBef>
                <a:spcPts val="0"/>
              </a:spcBef>
              <a:spcAft>
                <a:spcPts val="200"/>
              </a:spcAft>
              <a:buNone/>
              <a:defRPr sz="1400" i="0">
                <a:solidFill>
                  <a:schemeClr val="tx1"/>
                </a:solidFill>
                <a:latin typeface="Tenorite" pitchFamily="2" charset="0"/>
              </a:defRPr>
            </a:lvl1pPr>
            <a:lvl2pPr marL="457189" indent="0">
              <a:buNone/>
              <a:defRPr sz="1400"/>
            </a:lvl2pPr>
            <a:lvl3pPr marL="914377" indent="0">
              <a:buNone/>
              <a:defRPr sz="1400"/>
            </a:lvl3pPr>
            <a:lvl4pPr marL="1371566" indent="0">
              <a:buNone/>
              <a:defRPr sz="1400"/>
            </a:lvl4pPr>
            <a:lvl5pPr marL="1828755" indent="0">
              <a:buNone/>
              <a:defRPr sz="1400"/>
            </a:lvl5pPr>
          </a:lstStyle>
          <a:p>
            <a:pPr lvl="0"/>
            <a:r>
              <a:rPr lang="en-US"/>
              <a:t>Click to edit Master text styles</a:t>
            </a:r>
          </a:p>
        </p:txBody>
      </p:sp>
      <p:sp>
        <p:nvSpPr>
          <p:cNvPr id="9" name="Text Placeholder 19">
            <a:extLst>
              <a:ext uri="{FF2B5EF4-FFF2-40B4-BE49-F238E27FC236}">
                <a16:creationId xmlns:a16="http://schemas.microsoft.com/office/drawing/2014/main" id="{9F46EED0-E1A5-A337-FB49-2304A5BB5773}"/>
              </a:ext>
            </a:extLst>
          </p:cNvPr>
          <p:cNvSpPr>
            <a:spLocks noGrp="1"/>
          </p:cNvSpPr>
          <p:nvPr>
            <p:ph type="body" sz="quarter" idx="13"/>
          </p:nvPr>
        </p:nvSpPr>
        <p:spPr>
          <a:xfrm>
            <a:off x="599521" y="4397089"/>
            <a:ext cx="4583113" cy="1595437"/>
          </a:xfrm>
          <a:prstGeom prst="rect">
            <a:avLst/>
          </a:prstGeom>
        </p:spPr>
        <p:txBody>
          <a:bodyPr/>
          <a:lstStyle>
            <a:lvl1pPr marL="0" indent="0">
              <a:lnSpc>
                <a:spcPct val="100000"/>
              </a:lnSpc>
              <a:spcBef>
                <a:spcPts val="0"/>
              </a:spcBef>
              <a:spcAft>
                <a:spcPts val="200"/>
              </a:spcAft>
              <a:buNone/>
              <a:defRPr sz="1400" i="0">
                <a:solidFill>
                  <a:schemeClr val="tx1"/>
                </a:solidFill>
                <a:latin typeface="Tenorite" pitchFamily="2" charset="0"/>
              </a:defRPr>
            </a:lvl1pPr>
            <a:lvl2pPr marL="457189" indent="0">
              <a:buNone/>
              <a:defRPr sz="1400"/>
            </a:lvl2pPr>
            <a:lvl3pPr marL="914377" indent="0">
              <a:buNone/>
              <a:defRPr sz="1400"/>
            </a:lvl3pPr>
            <a:lvl4pPr marL="1371566" indent="0">
              <a:buNone/>
              <a:defRPr sz="1400"/>
            </a:lvl4pPr>
            <a:lvl5pPr marL="1828755" indent="0">
              <a:buNone/>
              <a:defRPr sz="1400"/>
            </a:lvl5pPr>
          </a:lstStyle>
          <a:p>
            <a:pPr lvl="0"/>
            <a:r>
              <a:rPr lang="en-US"/>
              <a:t>Click to edit Master text styles</a:t>
            </a:r>
          </a:p>
        </p:txBody>
      </p:sp>
      <p:sp>
        <p:nvSpPr>
          <p:cNvPr id="20" name="Slide Number Placeholder 19">
            <a:extLst>
              <a:ext uri="{FF2B5EF4-FFF2-40B4-BE49-F238E27FC236}">
                <a16:creationId xmlns:a16="http://schemas.microsoft.com/office/drawing/2014/main" id="{2C87A4F7-4838-C0E3-DC8A-044BE06F2418}"/>
              </a:ext>
            </a:extLst>
          </p:cNvPr>
          <p:cNvSpPr>
            <a:spLocks noGrp="1"/>
          </p:cNvSpPr>
          <p:nvPr>
            <p:ph type="sldNum" sz="quarter" idx="23"/>
          </p:nvPr>
        </p:nvSpPr>
        <p:spPr/>
        <p:txBody>
          <a:bodyPr/>
          <a:lstStyle/>
          <a:p>
            <a:fld id="{A1386E00-FEB9-4948-8786-D40D5ED0BD9B}" type="slidenum">
              <a:rPr lang="en-US" smtClean="0"/>
              <a:pPr/>
              <a:t>‹#›</a:t>
            </a:fld>
            <a:endParaRPr lang="en-US"/>
          </a:p>
        </p:txBody>
      </p:sp>
      <p:pic>
        <p:nvPicPr>
          <p:cNvPr id="3" name="Picture 2" descr="A blue and black text box&#10;&#10;Description automatically generated with medium confidence">
            <a:extLst>
              <a:ext uri="{FF2B5EF4-FFF2-40B4-BE49-F238E27FC236}">
                <a16:creationId xmlns:a16="http://schemas.microsoft.com/office/drawing/2014/main" id="{BB48ECC9-D536-984D-D264-8C8FAF2F64B9}"/>
              </a:ext>
            </a:extLst>
          </p:cNvPr>
          <p:cNvPicPr>
            <a:picLocks noGrp="1" noRot="1" noMove="1" noResize="1" noEditPoints="1" noAdjustHandles="1" noChangeArrowheads="1" noChangeShapeType="1" noCrop="1"/>
          </p:cNvPicPr>
          <p:nvPr userDrawn="1"/>
        </p:nvPicPr>
        <p:blipFill>
          <a:blip r:embed="rId3"/>
          <a:stretch>
            <a:fillRect/>
          </a:stretch>
        </p:blipFill>
        <p:spPr>
          <a:xfrm>
            <a:off x="11094915" y="6335769"/>
            <a:ext cx="699048" cy="174762"/>
          </a:xfrm>
          <a:prstGeom prst="rect">
            <a:avLst/>
          </a:prstGeom>
        </p:spPr>
      </p:pic>
      <p:sp>
        <p:nvSpPr>
          <p:cNvPr id="6" name="TextBox 5">
            <a:extLst>
              <a:ext uri="{FF2B5EF4-FFF2-40B4-BE49-F238E27FC236}">
                <a16:creationId xmlns:a16="http://schemas.microsoft.com/office/drawing/2014/main" id="{C922B522-81DC-B3A2-8052-66AE47D1E023}"/>
              </a:ext>
            </a:extLst>
          </p:cNvPr>
          <p:cNvSpPr txBox="1">
            <a:spLocks noGrp="1" noRot="1" noMove="1" noResize="1" noEditPoints="1" noAdjustHandles="1" noChangeArrowheads="1" noChangeShapeType="1"/>
          </p:cNvSpPr>
          <p:nvPr userDrawn="1"/>
        </p:nvSpPr>
        <p:spPr>
          <a:xfrm>
            <a:off x="635000" y="6327126"/>
            <a:ext cx="2433010" cy="261610"/>
          </a:xfrm>
          <a:prstGeom prst="rect">
            <a:avLst/>
          </a:prstGeom>
          <a:noFill/>
        </p:spPr>
        <p:txBody>
          <a:bodyPr wrap="square" rtlCol="0" anchor="ctr">
            <a:spAutoFit/>
          </a:bodyPr>
          <a:lstStyle/>
          <a:p>
            <a:pPr algn="l"/>
            <a:r>
              <a:rPr lang="en-US" sz="1100" b="0" i="0" spc="0">
                <a:solidFill>
                  <a:schemeClr val="bg1">
                    <a:lumMod val="75000"/>
                  </a:schemeClr>
                </a:solidFill>
                <a:effectLst/>
                <a:latin typeface="Tenorite" pitchFamily="2" charset="0"/>
              </a:rPr>
              <a:t>Confidential - Proprietary to AHEAD</a:t>
            </a:r>
            <a:endParaRPr lang="en-US" sz="1100" i="0" spc="0">
              <a:solidFill>
                <a:schemeClr val="bg1">
                  <a:lumMod val="75000"/>
                </a:schemeClr>
              </a:solidFill>
              <a:latin typeface="Tenorite" pitchFamily="2" charset="0"/>
            </a:endParaRPr>
          </a:p>
        </p:txBody>
      </p:sp>
    </p:spTree>
    <p:extLst>
      <p:ext uri="{BB962C8B-B14F-4D97-AF65-F5344CB8AC3E}">
        <p14:creationId xmlns:p14="http://schemas.microsoft.com/office/powerpoint/2010/main" val="27017773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image" Target="../media/image1.png"/><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8" Type="http://schemas.openxmlformats.org/officeDocument/2006/relationships/slideLayout" Target="../slideLayouts/slideLayout8.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1" Type="http://schemas.openxmlformats.org/officeDocument/2006/relationships/slideLayout" Target="../slideLayouts/slideLayout1.xml"/><Relationship Id="rId6" Type="http://schemas.openxmlformats.org/officeDocument/2006/relationships/slideLayout" Target="../slideLayouts/slideLayout6.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51.xml"/><Relationship Id="rId2" Type="http://schemas.openxmlformats.org/officeDocument/2006/relationships/slideLayout" Target="../slideLayouts/slideLayout50.xml"/><Relationship Id="rId1" Type="http://schemas.openxmlformats.org/officeDocument/2006/relationships/slideLayout" Target="../slideLayouts/slideLayout49.xml"/><Relationship Id="rId6" Type="http://schemas.openxmlformats.org/officeDocument/2006/relationships/theme" Target="../theme/theme2.xml"/><Relationship Id="rId5" Type="http://schemas.openxmlformats.org/officeDocument/2006/relationships/slideLayout" Target="../slideLayouts/slideLayout53.xml"/><Relationship Id="rId4" Type="http://schemas.openxmlformats.org/officeDocument/2006/relationships/slideLayout" Target="../slideLayouts/slideLayout5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736741A1-44B6-8E96-9345-0C91054DFBFF}"/>
              </a:ext>
            </a:extLst>
          </p:cNvPr>
          <p:cNvSpPr>
            <a:spLocks noGrp="1"/>
          </p:cNvSpPr>
          <p:nvPr>
            <p:ph type="body" idx="1"/>
          </p:nvPr>
        </p:nvSpPr>
        <p:spPr>
          <a:xfrm>
            <a:off x="635000" y="1825625"/>
            <a:ext cx="109220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a:extLst>
              <a:ext uri="{FF2B5EF4-FFF2-40B4-BE49-F238E27FC236}">
                <a16:creationId xmlns:a16="http://schemas.microsoft.com/office/drawing/2014/main" id="{0D5BF5F2-57EC-1458-8EAB-FDD565B4A53C}"/>
              </a:ext>
            </a:extLst>
          </p:cNvPr>
          <p:cNvSpPr>
            <a:spLocks noGrp="1"/>
          </p:cNvSpPr>
          <p:nvPr>
            <p:ph type="sldNum" sz="quarter" idx="4"/>
          </p:nvPr>
        </p:nvSpPr>
        <p:spPr>
          <a:xfrm>
            <a:off x="261324" y="6380841"/>
            <a:ext cx="360986" cy="154181"/>
          </a:xfrm>
          <a:prstGeom prst="rect">
            <a:avLst/>
          </a:prstGeom>
        </p:spPr>
        <p:txBody>
          <a:bodyPr vert="horz" lIns="91440" tIns="45720" rIns="91440" bIns="45720" rtlCol="0" anchor="ctr"/>
          <a:lstStyle>
            <a:lvl1pPr algn="r">
              <a:defRPr sz="1100">
                <a:solidFill>
                  <a:schemeClr val="tx1"/>
                </a:solidFill>
                <a:latin typeface="Tenorite" pitchFamily="2" charset="0"/>
              </a:defRPr>
            </a:lvl1pPr>
          </a:lstStyle>
          <a:p>
            <a:fld id="{A1386E00-FEB9-4948-8786-D40D5ED0BD9B}" type="slidenum">
              <a:rPr lang="en-US" smtClean="0"/>
              <a:pPr/>
              <a:t>‹#›</a:t>
            </a:fld>
            <a:endParaRPr lang="en-US"/>
          </a:p>
        </p:txBody>
      </p:sp>
      <p:sp>
        <p:nvSpPr>
          <p:cNvPr id="15" name="Title Placeholder 14">
            <a:extLst>
              <a:ext uri="{FF2B5EF4-FFF2-40B4-BE49-F238E27FC236}">
                <a16:creationId xmlns:a16="http://schemas.microsoft.com/office/drawing/2014/main" id="{B155BF47-AADC-CB26-D82E-3A5568D0BCD8}"/>
              </a:ext>
            </a:extLst>
          </p:cNvPr>
          <p:cNvSpPr>
            <a:spLocks noGrp="1"/>
          </p:cNvSpPr>
          <p:nvPr>
            <p:ph type="title"/>
          </p:nvPr>
        </p:nvSpPr>
        <p:spPr>
          <a:xfrm>
            <a:off x="635000" y="365125"/>
            <a:ext cx="10922000" cy="1325563"/>
          </a:xfrm>
          <a:prstGeom prst="rect">
            <a:avLst/>
          </a:prstGeom>
        </p:spPr>
        <p:txBody>
          <a:bodyPr vert="horz" lIns="91440" tIns="45720" rIns="91440" bIns="45720" rtlCol="0" anchor="ctr">
            <a:normAutofit/>
          </a:bodyPr>
          <a:lstStyle/>
          <a:p>
            <a:r>
              <a:rPr lang="en-US"/>
              <a:t>Click to edit Master title style</a:t>
            </a:r>
          </a:p>
        </p:txBody>
      </p:sp>
      <p:sp>
        <p:nvSpPr>
          <p:cNvPr id="4" name="TextBox 3">
            <a:extLst>
              <a:ext uri="{FF2B5EF4-FFF2-40B4-BE49-F238E27FC236}">
                <a16:creationId xmlns:a16="http://schemas.microsoft.com/office/drawing/2014/main" id="{CA7DCA12-E889-1093-75D5-6E77D44C9EA2}"/>
              </a:ext>
            </a:extLst>
          </p:cNvPr>
          <p:cNvSpPr txBox="1">
            <a:spLocks noGrp="1" noRot="1" noMove="1" noResize="1" noEditPoints="1" noAdjustHandles="1" noChangeArrowheads="1" noChangeShapeType="1"/>
          </p:cNvSpPr>
          <p:nvPr userDrawn="1"/>
        </p:nvSpPr>
        <p:spPr>
          <a:xfrm>
            <a:off x="618816" y="6327126"/>
            <a:ext cx="2433010" cy="261610"/>
          </a:xfrm>
          <a:prstGeom prst="rect">
            <a:avLst/>
          </a:prstGeom>
          <a:noFill/>
        </p:spPr>
        <p:txBody>
          <a:bodyPr wrap="square" rtlCol="0" anchor="ctr">
            <a:spAutoFit/>
          </a:bodyPr>
          <a:lstStyle/>
          <a:p>
            <a:pPr algn="l"/>
            <a:r>
              <a:rPr lang="en-US" sz="1100" b="0" i="0" spc="0">
                <a:solidFill>
                  <a:schemeClr val="bg1">
                    <a:lumMod val="75000"/>
                  </a:schemeClr>
                </a:solidFill>
                <a:effectLst/>
                <a:latin typeface="Tenorite" pitchFamily="2" charset="0"/>
              </a:rPr>
              <a:t>Confidential - Proprietary to AHEAD</a:t>
            </a:r>
            <a:endParaRPr lang="en-US" sz="1100" i="0" spc="0">
              <a:solidFill>
                <a:schemeClr val="bg1">
                  <a:lumMod val="75000"/>
                </a:schemeClr>
              </a:solidFill>
              <a:latin typeface="Tenorite" pitchFamily="2" charset="0"/>
            </a:endParaRPr>
          </a:p>
        </p:txBody>
      </p:sp>
      <p:pic>
        <p:nvPicPr>
          <p:cNvPr id="27" name="Picture 26" descr="A blue and black text box&#10;&#10;Description automatically generated with medium confidence">
            <a:extLst>
              <a:ext uri="{FF2B5EF4-FFF2-40B4-BE49-F238E27FC236}">
                <a16:creationId xmlns:a16="http://schemas.microsoft.com/office/drawing/2014/main" id="{4E72E1F0-5CCB-65F5-FA3D-3BB8210042FF}"/>
              </a:ext>
            </a:extLst>
          </p:cNvPr>
          <p:cNvPicPr>
            <a:picLocks noGrp="1" noRot="1" noChangeAspect="1" noMove="1" noResize="1" noEditPoints="1" noAdjustHandles="1" noChangeArrowheads="1" noChangeShapeType="1" noCrop="1"/>
          </p:cNvPicPr>
          <p:nvPr userDrawn="1"/>
        </p:nvPicPr>
        <p:blipFill>
          <a:blip r:embed="rId50"/>
          <a:stretch>
            <a:fillRect/>
          </a:stretch>
        </p:blipFill>
        <p:spPr>
          <a:xfrm>
            <a:off x="11094915" y="6335769"/>
            <a:ext cx="699048" cy="174762"/>
          </a:xfrm>
          <a:prstGeom prst="rect">
            <a:avLst/>
          </a:prstGeom>
        </p:spPr>
      </p:pic>
    </p:spTree>
    <p:extLst>
      <p:ext uri="{BB962C8B-B14F-4D97-AF65-F5344CB8AC3E}">
        <p14:creationId xmlns:p14="http://schemas.microsoft.com/office/powerpoint/2010/main" val="1405019600"/>
      </p:ext>
    </p:extLst>
  </p:cSld>
  <p:clrMap bg1="lt1" tx1="dk1" bg2="lt2" tx2="dk2" accent1="accent1" accent2="accent2" accent3="accent3" accent4="accent4" accent5="accent5" accent6="accent6" hlink="hlink" folHlink="folHlink"/>
  <p:sldLayoutIdLst>
    <p:sldLayoutId id="2147483929" r:id="rId1"/>
    <p:sldLayoutId id="2147483930" r:id="rId2"/>
    <p:sldLayoutId id="2147483931" r:id="rId3"/>
    <p:sldLayoutId id="2147483932" r:id="rId4"/>
    <p:sldLayoutId id="2147483933" r:id="rId5"/>
    <p:sldLayoutId id="2147483934" r:id="rId6"/>
    <p:sldLayoutId id="2147483935" r:id="rId7"/>
    <p:sldLayoutId id="2147483936" r:id="rId8"/>
    <p:sldLayoutId id="2147483937" r:id="rId9"/>
    <p:sldLayoutId id="2147483938" r:id="rId10"/>
    <p:sldLayoutId id="2147483939" r:id="rId11"/>
    <p:sldLayoutId id="2147483940" r:id="rId12"/>
    <p:sldLayoutId id="2147483941" r:id="rId13"/>
    <p:sldLayoutId id="2147483942" r:id="rId14"/>
    <p:sldLayoutId id="2147483943" r:id="rId15"/>
    <p:sldLayoutId id="2147483944" r:id="rId16"/>
    <p:sldLayoutId id="2147483945" r:id="rId17"/>
    <p:sldLayoutId id="2147483946" r:id="rId18"/>
    <p:sldLayoutId id="2147483947" r:id="rId19"/>
    <p:sldLayoutId id="2147483948" r:id="rId20"/>
    <p:sldLayoutId id="2147483949" r:id="rId21"/>
    <p:sldLayoutId id="2147483950" r:id="rId22"/>
    <p:sldLayoutId id="2147483951" r:id="rId23"/>
    <p:sldLayoutId id="2147483952" r:id="rId24"/>
    <p:sldLayoutId id="2147483953" r:id="rId25"/>
    <p:sldLayoutId id="2147483954" r:id="rId26"/>
    <p:sldLayoutId id="2147483955" r:id="rId27"/>
    <p:sldLayoutId id="2147483956" r:id="rId28"/>
    <p:sldLayoutId id="2147483957" r:id="rId29"/>
    <p:sldLayoutId id="2147483958" r:id="rId30"/>
    <p:sldLayoutId id="2147483959" r:id="rId31"/>
    <p:sldLayoutId id="2147483960" r:id="rId32"/>
    <p:sldLayoutId id="2147483961" r:id="rId33"/>
    <p:sldLayoutId id="2147483962" r:id="rId34"/>
    <p:sldLayoutId id="2147483963" r:id="rId35"/>
    <p:sldLayoutId id="2147483964" r:id="rId36"/>
    <p:sldLayoutId id="2147483965" r:id="rId37"/>
    <p:sldLayoutId id="2147483966" r:id="rId38"/>
    <p:sldLayoutId id="2147483967" r:id="rId39"/>
    <p:sldLayoutId id="2147483968" r:id="rId40"/>
    <p:sldLayoutId id="2147483969" r:id="rId41"/>
    <p:sldLayoutId id="2147483970" r:id="rId42"/>
    <p:sldLayoutId id="2147483971" r:id="rId43"/>
    <p:sldLayoutId id="2147483972" r:id="rId44"/>
    <p:sldLayoutId id="2147483973" r:id="rId45"/>
    <p:sldLayoutId id="2147483974" r:id="rId46"/>
    <p:sldLayoutId id="2147483975" r:id="rId47"/>
    <p:sldLayoutId id="2147483976" r:id="rId48"/>
  </p:sldLayoutIdLst>
  <p:hf hdr="0" dt="0"/>
  <p:txStyles>
    <p:titleStyle>
      <a:lvl1pPr algn="l" defTabSz="914400" rtl="0" eaLnBrk="1" latinLnBrk="0" hangingPunct="1">
        <a:lnSpc>
          <a:spcPct val="90000"/>
        </a:lnSpc>
        <a:spcBef>
          <a:spcPct val="0"/>
        </a:spcBef>
        <a:buNone/>
        <a:defRPr sz="4400" kern="1200">
          <a:solidFill>
            <a:schemeClr val="tx1"/>
          </a:solidFill>
          <a:latin typeface="Tenorite" pitchFamily="2"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000" b="0" i="0" kern="1200">
          <a:solidFill>
            <a:schemeClr val="tx1"/>
          </a:solidFill>
          <a:latin typeface="Tenorite" pitchFamily="2"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enorite" pitchFamily="2"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Tenorite" pitchFamily="2"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Tenorite" pitchFamily="2" charset="0"/>
          <a:ea typeface="+mn-ea"/>
          <a:cs typeface="+mn-cs"/>
        </a:defRPr>
      </a:lvl4pPr>
      <a:lvl5pPr marL="2114550" indent="-28575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Tenorite" pitchFamily="2"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0D5BF5F2-57EC-1458-8EAB-FDD565B4A53C}"/>
              </a:ext>
            </a:extLst>
          </p:cNvPr>
          <p:cNvSpPr>
            <a:spLocks noGrp="1"/>
          </p:cNvSpPr>
          <p:nvPr>
            <p:ph type="sldNum" sz="quarter" idx="4"/>
          </p:nvPr>
        </p:nvSpPr>
        <p:spPr>
          <a:xfrm>
            <a:off x="261323" y="6380841"/>
            <a:ext cx="360986" cy="154181"/>
          </a:xfrm>
          <a:prstGeom prst="rect">
            <a:avLst/>
          </a:prstGeom>
        </p:spPr>
        <p:txBody>
          <a:bodyPr vert="horz" lIns="91440" tIns="45720" rIns="91440" bIns="45720" rtlCol="0" anchor="ctr"/>
          <a:lstStyle>
            <a:lvl1pPr algn="r">
              <a:defRPr sz="1100">
                <a:solidFill>
                  <a:schemeClr val="tx1"/>
                </a:solidFill>
                <a:latin typeface="Tenorite" pitchFamily="2" charset="0"/>
              </a:defRPr>
            </a:lvl1pPr>
          </a:lstStyle>
          <a:p>
            <a:fld id="{A1386E00-FEB9-4948-8786-D40D5ED0BD9B}" type="slidenum">
              <a:rPr lang="en-US" smtClean="0"/>
              <a:pPr/>
              <a:t>‹#›</a:t>
            </a:fld>
            <a:endParaRPr lang="en-US"/>
          </a:p>
        </p:txBody>
      </p:sp>
      <p:sp>
        <p:nvSpPr>
          <p:cNvPr id="3" name="Text Placeholder 2">
            <a:extLst>
              <a:ext uri="{FF2B5EF4-FFF2-40B4-BE49-F238E27FC236}">
                <a16:creationId xmlns:a16="http://schemas.microsoft.com/office/drawing/2014/main" id="{736741A1-44B6-8E96-9345-0C91054DFBFF}"/>
              </a:ext>
            </a:extLst>
          </p:cNvPr>
          <p:cNvSpPr>
            <a:spLocks noGrp="1"/>
          </p:cNvSpPr>
          <p:nvPr>
            <p:ph type="body" idx="1"/>
          </p:nvPr>
        </p:nvSpPr>
        <p:spPr>
          <a:xfrm>
            <a:off x="635000" y="1825625"/>
            <a:ext cx="109220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Title Placeholder 14">
            <a:extLst>
              <a:ext uri="{FF2B5EF4-FFF2-40B4-BE49-F238E27FC236}">
                <a16:creationId xmlns:a16="http://schemas.microsoft.com/office/drawing/2014/main" id="{B155BF47-AADC-CB26-D82E-3A5568D0BCD8}"/>
              </a:ext>
            </a:extLst>
          </p:cNvPr>
          <p:cNvSpPr>
            <a:spLocks noGrp="1"/>
          </p:cNvSpPr>
          <p:nvPr>
            <p:ph type="title"/>
          </p:nvPr>
        </p:nvSpPr>
        <p:spPr>
          <a:xfrm>
            <a:off x="635000" y="365125"/>
            <a:ext cx="10922000" cy="1325563"/>
          </a:xfrm>
          <a:prstGeom prst="rect">
            <a:avLst/>
          </a:prstGeom>
        </p:spPr>
        <p:txBody>
          <a:bodyPr vert="horz" lIns="91440" tIns="45720" rIns="91440" bIns="45720" rtlCol="0" anchor="ctr">
            <a:normAutofit/>
          </a:bodyPr>
          <a:lstStyle/>
          <a:p>
            <a:r>
              <a:rPr lang="en-US"/>
              <a:t>Click to edit Master title style</a:t>
            </a:r>
          </a:p>
        </p:txBody>
      </p:sp>
    </p:spTree>
    <p:extLst>
      <p:ext uri="{BB962C8B-B14F-4D97-AF65-F5344CB8AC3E}">
        <p14:creationId xmlns:p14="http://schemas.microsoft.com/office/powerpoint/2010/main" val="771934677"/>
      </p:ext>
    </p:extLst>
  </p:cSld>
  <p:clrMap bg1="lt1" tx1="dk1" bg2="lt2" tx2="dk2" accent1="accent1" accent2="accent2" accent3="accent3" accent4="accent4" accent5="accent5" accent6="accent6" hlink="hlink" folHlink="folHlink"/>
  <p:sldLayoutIdLst>
    <p:sldLayoutId id="2147483825" r:id="rId1"/>
    <p:sldLayoutId id="2147483832" r:id="rId2"/>
    <p:sldLayoutId id="2147483833" r:id="rId3"/>
    <p:sldLayoutId id="2147483834" r:id="rId4"/>
    <p:sldLayoutId id="2147483835" r:id="rId5"/>
  </p:sldLayoutIdLst>
  <p:hf hdr="0" dt="0"/>
  <p:txStyles>
    <p:titleStyle>
      <a:lvl1pPr algn="l" defTabSz="914400" rtl="0" eaLnBrk="1" latinLnBrk="0" hangingPunct="1">
        <a:lnSpc>
          <a:spcPct val="90000"/>
        </a:lnSpc>
        <a:spcBef>
          <a:spcPct val="0"/>
        </a:spcBef>
        <a:buNone/>
        <a:defRPr sz="4400" kern="1200">
          <a:solidFill>
            <a:schemeClr val="tx1"/>
          </a:solidFill>
          <a:latin typeface="Tenorite" pitchFamily="2"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000" b="0" i="0" kern="1200">
          <a:solidFill>
            <a:schemeClr val="tx1"/>
          </a:solidFill>
          <a:latin typeface="Tenorite" pitchFamily="2"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enorite" pitchFamily="2"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Tenorite" pitchFamily="2"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Tenorite" pitchFamily="2" charset="0"/>
          <a:ea typeface="+mn-ea"/>
          <a:cs typeface="+mn-cs"/>
        </a:defRPr>
      </a:lvl4pPr>
      <a:lvl5pPr marL="2114550" indent="-28575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Tenorite" pitchFamily="2"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Claude.Bricks + Azure ML</a:t>
            </a:r>
          </a:p>
        </p:txBody>
      </p:sp>
      <p:sp>
        <p:nvSpPr>
          <p:cNvPr id="3" name="TextBox 2"/>
          <p:cNvSpPr txBox="1"/>
          <p:nvPr/>
        </p:nvSpPr>
        <p:spPr>
          <a:xfrm>
            <a:off x="457200" y="1920240"/>
            <a:ext cx="10972800" cy="548640"/>
          </a:xfrm>
          <a:prstGeom prst="rect">
            <a:avLst/>
          </a:prstGeom>
          <a:noFill/>
        </p:spPr>
        <p:txBody>
          <a:bodyPr wrap="square">
            <a:spAutoFit/>
          </a:bodyPr>
          <a:lstStyle/>
          <a:p>
            <a:pPr algn="l">
              <a:defRPr sz="2200" b="0" i="1">
                <a:solidFill>
                  <a:srgbClr val="00A5BD"/>
                </a:solidFill>
                <a:latin typeface="Tenorite"/>
              </a:defRPr>
            </a:pPr>
            <a:r>
              <a:t>A DP-100 Study Project for Azure Data Scientist Associate</a:t>
            </a:r>
          </a:p>
        </p:txBody>
      </p:sp>
      <p:sp>
        <p:nvSpPr>
          <p:cNvPr id="4" name="Rounded Rectangle 3"/>
          <p:cNvSpPr/>
          <p:nvPr/>
        </p:nvSpPr>
        <p:spPr>
          <a:xfrm>
            <a:off x="914400" y="2926080"/>
            <a:ext cx="10332720" cy="457200"/>
          </a:xfrm>
          <a:prstGeom prst="roundRect">
            <a:avLst>
              <a:gd name="adj" fmla="val 15000"/>
            </a:avLst>
          </a:prstGeom>
          <a:solidFill>
            <a:srgbClr val="008CB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914400" y="2990088"/>
            <a:ext cx="10332720" cy="365760"/>
          </a:xfrm>
          <a:prstGeom prst="rect">
            <a:avLst/>
          </a:prstGeom>
          <a:noFill/>
        </p:spPr>
        <p:txBody>
          <a:bodyPr wrap="square">
            <a:spAutoFit/>
          </a:bodyPr>
          <a:lstStyle/>
          <a:p>
            <a:pPr algn="ctr">
              <a:defRPr sz="1600" b="1" i="0">
                <a:solidFill>
                  <a:srgbClr val="FFFFFF"/>
                </a:solidFill>
                <a:latin typeface="Tenorite"/>
              </a:defRPr>
            </a:pPr>
            <a:r>
              <a:t>LEGO-themed project for hands-on Azure ML practice</a:t>
            </a:r>
          </a:p>
        </p:txBody>
      </p:sp>
      <p:sp>
        <p:nvSpPr>
          <p:cNvPr id="6" name="Rounded Rectangle 5"/>
          <p:cNvSpPr/>
          <p:nvPr/>
        </p:nvSpPr>
        <p:spPr>
          <a:xfrm>
            <a:off x="914400" y="3520440"/>
            <a:ext cx="10332720" cy="457200"/>
          </a:xfrm>
          <a:prstGeom prst="roundRect">
            <a:avLst>
              <a:gd name="adj" fmla="val 15000"/>
            </a:avLst>
          </a:prstGeom>
          <a:solidFill>
            <a:srgbClr val="00A99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14400" y="3584448"/>
            <a:ext cx="10332720" cy="365760"/>
          </a:xfrm>
          <a:prstGeom prst="rect">
            <a:avLst/>
          </a:prstGeom>
          <a:noFill/>
        </p:spPr>
        <p:txBody>
          <a:bodyPr wrap="square">
            <a:spAutoFit/>
          </a:bodyPr>
          <a:lstStyle/>
          <a:p>
            <a:pPr algn="ctr">
              <a:defRPr sz="1600" b="1" i="0">
                <a:solidFill>
                  <a:srgbClr val="FFFFFF"/>
                </a:solidFill>
                <a:latin typeface="Tenorite"/>
              </a:defRPr>
            </a:pPr>
            <a:r>
              <a:t>Every lab maps to DP-100 exam skills</a:t>
            </a:r>
          </a:p>
        </p:txBody>
      </p:sp>
      <p:sp>
        <p:nvSpPr>
          <p:cNvPr id="8" name="Rounded Rectangle 7"/>
          <p:cNvSpPr/>
          <p:nvPr/>
        </p:nvSpPr>
        <p:spPr>
          <a:xfrm>
            <a:off x="914400" y="4114800"/>
            <a:ext cx="10332720" cy="457200"/>
          </a:xfrm>
          <a:prstGeom prst="roundRect">
            <a:avLst>
              <a:gd name="adj" fmla="val 15000"/>
            </a:avLst>
          </a:prstGeom>
          <a:solidFill>
            <a:srgbClr val="00B89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914400" y="4178808"/>
            <a:ext cx="10332720" cy="365760"/>
          </a:xfrm>
          <a:prstGeom prst="rect">
            <a:avLst/>
          </a:prstGeom>
          <a:noFill/>
        </p:spPr>
        <p:txBody>
          <a:bodyPr wrap="square">
            <a:spAutoFit/>
          </a:bodyPr>
          <a:lstStyle/>
          <a:p>
            <a:pPr algn="ctr">
              <a:defRPr sz="1600" b="1" i="0">
                <a:solidFill>
                  <a:srgbClr val="FFFFFF"/>
                </a:solidFill>
                <a:latin typeface="Tenorite"/>
              </a:defRPr>
            </a:pPr>
            <a:r>
              <a:t>Terraform, Azure ML, MLflow, and LLM optimization</a:t>
            </a:r>
          </a:p>
        </p:txBody>
      </p:sp>
      <p:sp>
        <p:nvSpPr>
          <p:cNvPr id="10" name="Rectangle 9"/>
          <p:cNvSpPr/>
          <p:nvPr/>
        </p:nvSpPr>
        <p:spPr>
          <a:xfrm>
            <a:off x="2734056" y="5234940"/>
            <a:ext cx="6720840" cy="45720"/>
          </a:xfrm>
          <a:prstGeom prst="rect">
            <a:avLst/>
          </a:prstGeom>
          <a:solidFill>
            <a:srgbClr val="E8E8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10"/>
          <p:cNvSpPr/>
          <p:nvPr/>
        </p:nvSpPr>
        <p:spPr>
          <a:xfrm>
            <a:off x="1728215" y="4846320"/>
            <a:ext cx="2011680" cy="822960"/>
          </a:xfrm>
          <a:prstGeom prst="roundRect">
            <a:avLst>
              <a:gd name="adj" fmla="val 10000"/>
            </a:avLst>
          </a:prstGeom>
          <a:solidFill>
            <a:srgbClr val="008CB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1728215" y="4956048"/>
            <a:ext cx="2011680" cy="594360"/>
          </a:xfrm>
          <a:prstGeom prst="rect">
            <a:avLst/>
          </a:prstGeom>
          <a:noFill/>
        </p:spPr>
        <p:txBody>
          <a:bodyPr wrap="square">
            <a:spAutoFit/>
          </a:bodyPr>
          <a:lstStyle/>
          <a:p>
            <a:pPr algn="ctr">
              <a:defRPr sz="1400" b="1" i="0">
                <a:solidFill>
                  <a:srgbClr val="FFFFFF"/>
                </a:solidFill>
                <a:latin typeface="Tenorite"/>
              </a:defRPr>
            </a:pPr>
            <a:r>
              <a:t>Terraform</a:t>
            </a:r>
            <a:br/>
            <a:r>
              <a:t>Infrastructure</a:t>
            </a:r>
          </a:p>
        </p:txBody>
      </p:sp>
      <p:sp>
        <p:nvSpPr>
          <p:cNvPr id="13" name="Rounded Rectangle 12"/>
          <p:cNvSpPr/>
          <p:nvPr/>
        </p:nvSpPr>
        <p:spPr>
          <a:xfrm>
            <a:off x="3968496" y="4846320"/>
            <a:ext cx="2011680" cy="822960"/>
          </a:xfrm>
          <a:prstGeom prst="roundRect">
            <a:avLst>
              <a:gd name="adj" fmla="val 10000"/>
            </a:avLst>
          </a:prstGeom>
          <a:solidFill>
            <a:srgbClr val="00A5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3968496" y="4956048"/>
            <a:ext cx="2011680" cy="594360"/>
          </a:xfrm>
          <a:prstGeom prst="rect">
            <a:avLst/>
          </a:prstGeom>
          <a:noFill/>
        </p:spPr>
        <p:txBody>
          <a:bodyPr wrap="square">
            <a:spAutoFit/>
          </a:bodyPr>
          <a:lstStyle/>
          <a:p>
            <a:pPr algn="ctr">
              <a:defRPr sz="1400" b="1" i="0">
                <a:solidFill>
                  <a:srgbClr val="FFFFFF"/>
                </a:solidFill>
                <a:latin typeface="Tenorite"/>
              </a:defRPr>
            </a:pPr>
            <a:r>
              <a:t>Azure ML</a:t>
            </a:r>
            <a:br/>
            <a:r>
              <a:t>Experiments</a:t>
            </a:r>
          </a:p>
        </p:txBody>
      </p:sp>
      <p:sp>
        <p:nvSpPr>
          <p:cNvPr id="15" name="Rounded Rectangle 14"/>
          <p:cNvSpPr/>
          <p:nvPr/>
        </p:nvSpPr>
        <p:spPr>
          <a:xfrm>
            <a:off x="6208776" y="4846320"/>
            <a:ext cx="2011680" cy="822960"/>
          </a:xfrm>
          <a:prstGeom prst="roundRect">
            <a:avLst>
              <a:gd name="adj" fmla="val 10000"/>
            </a:avLst>
          </a:prstGeom>
          <a:solidFill>
            <a:srgbClr val="00A99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208776" y="4956048"/>
            <a:ext cx="2011680" cy="594360"/>
          </a:xfrm>
          <a:prstGeom prst="rect">
            <a:avLst/>
          </a:prstGeom>
          <a:noFill/>
        </p:spPr>
        <p:txBody>
          <a:bodyPr wrap="square">
            <a:spAutoFit/>
          </a:bodyPr>
          <a:lstStyle/>
          <a:p>
            <a:pPr algn="ctr">
              <a:defRPr sz="1400" b="1" i="0">
                <a:solidFill>
                  <a:srgbClr val="FFFFFF"/>
                </a:solidFill>
                <a:latin typeface="Tenorite"/>
              </a:defRPr>
            </a:pPr>
            <a:r>
              <a:t>MLflow</a:t>
            </a:r>
            <a:br/>
            <a:r>
              <a:t>Tracking</a:t>
            </a:r>
          </a:p>
        </p:txBody>
      </p:sp>
      <p:sp>
        <p:nvSpPr>
          <p:cNvPr id="17" name="Rounded Rectangle 16"/>
          <p:cNvSpPr/>
          <p:nvPr/>
        </p:nvSpPr>
        <p:spPr>
          <a:xfrm>
            <a:off x="8449056" y="4846320"/>
            <a:ext cx="2011680" cy="822960"/>
          </a:xfrm>
          <a:prstGeom prst="roundRect">
            <a:avLst>
              <a:gd name="adj" fmla="val 10000"/>
            </a:avLst>
          </a:prstGeom>
          <a:solidFill>
            <a:srgbClr val="00B89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8449056" y="4956048"/>
            <a:ext cx="2011680" cy="594360"/>
          </a:xfrm>
          <a:prstGeom prst="rect">
            <a:avLst/>
          </a:prstGeom>
          <a:noFill/>
        </p:spPr>
        <p:txBody>
          <a:bodyPr wrap="square">
            <a:spAutoFit/>
          </a:bodyPr>
          <a:lstStyle/>
          <a:p>
            <a:pPr algn="ctr">
              <a:defRPr sz="1400" b="1" i="0">
                <a:solidFill>
                  <a:srgbClr val="FFFFFF"/>
                </a:solidFill>
                <a:latin typeface="Tenorite"/>
              </a:defRPr>
            </a:pPr>
            <a:r>
              <a:t>LLM</a:t>
            </a:r>
            <a:br/>
            <a:r>
              <a:t>Optimization</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ounded Rectangle 5"/>
          <p:cNvSpPr/>
          <p:nvPr/>
        </p:nvSpPr>
        <p:spPr>
          <a:xfrm>
            <a:off x="562356" y="2286000"/>
            <a:ext cx="2560320" cy="2926080"/>
          </a:xfrm>
          <a:prstGeom prst="roundRect">
            <a:avLst>
              <a:gd name="adj" fmla="val 5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ounded Rectangle 12"/>
          <p:cNvSpPr/>
          <p:nvPr/>
        </p:nvSpPr>
        <p:spPr>
          <a:xfrm>
            <a:off x="3396996" y="2286000"/>
            <a:ext cx="2560320" cy="2926080"/>
          </a:xfrm>
          <a:prstGeom prst="roundRect">
            <a:avLst>
              <a:gd name="adj" fmla="val 5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ounded Rectangle 19"/>
          <p:cNvSpPr/>
          <p:nvPr/>
        </p:nvSpPr>
        <p:spPr>
          <a:xfrm>
            <a:off x="6231636" y="2286000"/>
            <a:ext cx="2560320" cy="2926080"/>
          </a:xfrm>
          <a:prstGeom prst="roundRect">
            <a:avLst>
              <a:gd name="adj" fmla="val 5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ounded Rectangle 26"/>
          <p:cNvSpPr/>
          <p:nvPr/>
        </p:nvSpPr>
        <p:spPr>
          <a:xfrm>
            <a:off x="9066276" y="2286000"/>
            <a:ext cx="2560320" cy="2926080"/>
          </a:xfrm>
          <a:prstGeom prst="roundRect">
            <a:avLst>
              <a:gd name="adj" fmla="val 5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p:txBody>
          <a:bodyPr/>
          <a:lstStyle/>
          <a:p>
            <a:r>
              <a:t>What You Will Be Able To Do</a:t>
            </a:r>
          </a:p>
        </p:txBody>
      </p:sp>
      <p:sp>
        <p:nvSpPr>
          <p:cNvPr id="3" name="Rectangle 2"/>
          <p:cNvSpPr/>
          <p:nvPr/>
        </p:nvSpPr>
        <p:spPr>
          <a:xfrm>
            <a:off x="1842516" y="2034540"/>
            <a:ext cx="8503920" cy="45720"/>
          </a:xfrm>
          <a:prstGeom prst="rect">
            <a:avLst/>
          </a:prstGeom>
          <a:solidFill>
            <a:srgbClr val="E8E8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1476756" y="1691640"/>
            <a:ext cx="731520" cy="731520"/>
          </a:xfrm>
          <a:prstGeom prst="ellipse">
            <a:avLst/>
          </a:prstGeom>
          <a:solidFill>
            <a:srgbClr val="008CB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476756" y="1783080"/>
            <a:ext cx="731520" cy="548640"/>
          </a:xfrm>
          <a:prstGeom prst="rect">
            <a:avLst/>
          </a:prstGeom>
          <a:noFill/>
        </p:spPr>
        <p:txBody>
          <a:bodyPr wrap="square">
            <a:spAutoFit/>
          </a:bodyPr>
          <a:lstStyle/>
          <a:p>
            <a:pPr algn="ctr">
              <a:defRPr sz="2600" b="1" i="0">
                <a:solidFill>
                  <a:srgbClr val="FFFFFF"/>
                </a:solidFill>
                <a:latin typeface="Tenorite"/>
              </a:defRPr>
            </a:pPr>
            <a:r>
              <a:t>1</a:t>
            </a:r>
          </a:p>
        </p:txBody>
      </p:sp>
      <p:sp>
        <p:nvSpPr>
          <p:cNvPr id="7" name="TextBox 6"/>
          <p:cNvSpPr txBox="1"/>
          <p:nvPr/>
        </p:nvSpPr>
        <p:spPr>
          <a:xfrm>
            <a:off x="699516" y="2423160"/>
            <a:ext cx="2286000" cy="365760"/>
          </a:xfrm>
          <a:prstGeom prst="rect">
            <a:avLst/>
          </a:prstGeom>
          <a:noFill/>
        </p:spPr>
        <p:txBody>
          <a:bodyPr wrap="square">
            <a:spAutoFit/>
          </a:bodyPr>
          <a:lstStyle/>
          <a:p>
            <a:pPr algn="ctr">
              <a:defRPr sz="1600" b="1" i="0">
                <a:solidFill>
                  <a:srgbClr val="0D2137"/>
                </a:solidFill>
                <a:latin typeface="Tenorite"/>
              </a:defRPr>
            </a:pPr>
            <a:r>
              <a:t>Design &amp; Prepare</a:t>
            </a:r>
          </a:p>
        </p:txBody>
      </p:sp>
      <p:sp>
        <p:nvSpPr>
          <p:cNvPr id="8" name="Rectangle 7"/>
          <p:cNvSpPr/>
          <p:nvPr/>
        </p:nvSpPr>
        <p:spPr>
          <a:xfrm>
            <a:off x="836676" y="2834640"/>
            <a:ext cx="2011679" cy="18288"/>
          </a:xfrm>
          <a:prstGeom prst="rect">
            <a:avLst/>
          </a:prstGeom>
          <a:solidFill>
            <a:srgbClr val="008CB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99516" y="2971800"/>
            <a:ext cx="2286000" cy="2011680"/>
          </a:xfrm>
          <a:prstGeom prst="rect">
            <a:avLst/>
          </a:prstGeom>
          <a:noFill/>
        </p:spPr>
        <p:txBody>
          <a:bodyPr wrap="square">
            <a:spAutoFit/>
          </a:bodyPr>
          <a:lstStyle/>
          <a:p>
            <a:pPr algn="l">
              <a:defRPr sz="1400" b="0" i="0">
                <a:solidFill>
                  <a:srgbClr val="5A5A5A"/>
                </a:solidFill>
                <a:latin typeface="Tenorite"/>
              </a:defRPr>
            </a:pPr>
            <a:r>
              <a:t>Set up Azure ML environments with Terraform: workspaces, compute, datastores, data assets</a:t>
            </a:r>
          </a:p>
        </p:txBody>
      </p:sp>
      <p:sp>
        <p:nvSpPr>
          <p:cNvPr id="10" name="Rectangle 9"/>
          <p:cNvSpPr/>
          <p:nvPr/>
        </p:nvSpPr>
        <p:spPr>
          <a:xfrm>
            <a:off x="562356" y="5120640"/>
            <a:ext cx="2560320" cy="91440"/>
          </a:xfrm>
          <a:prstGeom prst="rect">
            <a:avLst/>
          </a:prstGeom>
          <a:solidFill>
            <a:srgbClr val="008CB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Oval 10"/>
          <p:cNvSpPr/>
          <p:nvPr/>
        </p:nvSpPr>
        <p:spPr>
          <a:xfrm>
            <a:off x="4311396" y="1691640"/>
            <a:ext cx="731520" cy="731520"/>
          </a:xfrm>
          <a:prstGeom prst="ellipse">
            <a:avLst/>
          </a:prstGeom>
          <a:solidFill>
            <a:srgbClr val="00A5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311396" y="1783080"/>
            <a:ext cx="731520" cy="548640"/>
          </a:xfrm>
          <a:prstGeom prst="rect">
            <a:avLst/>
          </a:prstGeom>
          <a:noFill/>
        </p:spPr>
        <p:txBody>
          <a:bodyPr wrap="square">
            <a:spAutoFit/>
          </a:bodyPr>
          <a:lstStyle/>
          <a:p>
            <a:pPr algn="ctr">
              <a:defRPr sz="2600" b="1" i="0">
                <a:solidFill>
                  <a:srgbClr val="FFFFFF"/>
                </a:solidFill>
                <a:latin typeface="Tenorite"/>
              </a:defRPr>
            </a:pPr>
            <a:r>
              <a:t>2</a:t>
            </a:r>
          </a:p>
        </p:txBody>
      </p:sp>
      <p:sp>
        <p:nvSpPr>
          <p:cNvPr id="14" name="TextBox 13"/>
          <p:cNvSpPr txBox="1"/>
          <p:nvPr/>
        </p:nvSpPr>
        <p:spPr>
          <a:xfrm>
            <a:off x="3534156" y="2423160"/>
            <a:ext cx="2286000" cy="365760"/>
          </a:xfrm>
          <a:prstGeom prst="rect">
            <a:avLst/>
          </a:prstGeom>
          <a:noFill/>
        </p:spPr>
        <p:txBody>
          <a:bodyPr wrap="square">
            <a:spAutoFit/>
          </a:bodyPr>
          <a:lstStyle/>
          <a:p>
            <a:pPr algn="ctr">
              <a:defRPr sz="1600" b="1" i="0">
                <a:solidFill>
                  <a:srgbClr val="0D2137"/>
                </a:solidFill>
                <a:latin typeface="Tenorite"/>
              </a:defRPr>
            </a:pPr>
            <a:r>
              <a:t>Explore &amp; Experiment</a:t>
            </a:r>
          </a:p>
        </p:txBody>
      </p:sp>
      <p:sp>
        <p:nvSpPr>
          <p:cNvPr id="15" name="Rectangle 14"/>
          <p:cNvSpPr/>
          <p:nvPr/>
        </p:nvSpPr>
        <p:spPr>
          <a:xfrm>
            <a:off x="3671315" y="2834640"/>
            <a:ext cx="2011679" cy="18288"/>
          </a:xfrm>
          <a:prstGeom prst="rect">
            <a:avLst/>
          </a:prstGeom>
          <a:solidFill>
            <a:srgbClr val="00A5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3534156" y="2971800"/>
            <a:ext cx="2286000" cy="2011680"/>
          </a:xfrm>
          <a:prstGeom prst="rect">
            <a:avLst/>
          </a:prstGeom>
          <a:noFill/>
        </p:spPr>
        <p:txBody>
          <a:bodyPr wrap="square">
            <a:spAutoFit/>
          </a:bodyPr>
          <a:lstStyle/>
          <a:p>
            <a:pPr algn="l">
              <a:defRPr sz="1400" b="0" i="0">
                <a:solidFill>
                  <a:srgbClr val="5A5A5A"/>
                </a:solidFill>
                <a:latin typeface="Tenorite"/>
              </a:defRPr>
            </a:pPr>
            <a:r>
              <a:t>Run experiments, track with MLflow, use AutoML, and tune models across scenarios</a:t>
            </a:r>
          </a:p>
        </p:txBody>
      </p:sp>
      <p:sp>
        <p:nvSpPr>
          <p:cNvPr id="17" name="Rectangle 16"/>
          <p:cNvSpPr/>
          <p:nvPr/>
        </p:nvSpPr>
        <p:spPr>
          <a:xfrm>
            <a:off x="3396996" y="5120640"/>
            <a:ext cx="2560320" cy="91440"/>
          </a:xfrm>
          <a:prstGeom prst="rect">
            <a:avLst/>
          </a:prstGeom>
          <a:solidFill>
            <a:srgbClr val="00A5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Oval 17"/>
          <p:cNvSpPr/>
          <p:nvPr/>
        </p:nvSpPr>
        <p:spPr>
          <a:xfrm>
            <a:off x="7146036" y="1691640"/>
            <a:ext cx="731520" cy="731520"/>
          </a:xfrm>
          <a:prstGeom prst="ellipse">
            <a:avLst/>
          </a:prstGeom>
          <a:solidFill>
            <a:srgbClr val="00A99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7146036" y="1783080"/>
            <a:ext cx="731520" cy="548640"/>
          </a:xfrm>
          <a:prstGeom prst="rect">
            <a:avLst/>
          </a:prstGeom>
          <a:noFill/>
        </p:spPr>
        <p:txBody>
          <a:bodyPr wrap="square">
            <a:spAutoFit/>
          </a:bodyPr>
          <a:lstStyle/>
          <a:p>
            <a:pPr algn="ctr">
              <a:defRPr sz="2600" b="1" i="0">
                <a:solidFill>
                  <a:srgbClr val="FFFFFF"/>
                </a:solidFill>
                <a:latin typeface="Tenorite"/>
              </a:defRPr>
            </a:pPr>
            <a:r>
              <a:t>3</a:t>
            </a:r>
          </a:p>
        </p:txBody>
      </p:sp>
      <p:sp>
        <p:nvSpPr>
          <p:cNvPr id="21" name="TextBox 20"/>
          <p:cNvSpPr txBox="1"/>
          <p:nvPr/>
        </p:nvSpPr>
        <p:spPr>
          <a:xfrm>
            <a:off x="6368796" y="2423160"/>
            <a:ext cx="2286000" cy="365760"/>
          </a:xfrm>
          <a:prstGeom prst="rect">
            <a:avLst/>
          </a:prstGeom>
          <a:noFill/>
        </p:spPr>
        <p:txBody>
          <a:bodyPr wrap="square">
            <a:spAutoFit/>
          </a:bodyPr>
          <a:lstStyle/>
          <a:p>
            <a:pPr algn="ctr">
              <a:defRPr sz="1600" b="1" i="0">
                <a:solidFill>
                  <a:srgbClr val="0D2137"/>
                </a:solidFill>
                <a:latin typeface="Tenorite"/>
              </a:defRPr>
            </a:pPr>
            <a:r>
              <a:t>Train &amp; Deploy</a:t>
            </a:r>
          </a:p>
        </p:txBody>
      </p:sp>
      <p:sp>
        <p:nvSpPr>
          <p:cNvPr id="22" name="Rectangle 21"/>
          <p:cNvSpPr/>
          <p:nvPr/>
        </p:nvSpPr>
        <p:spPr>
          <a:xfrm>
            <a:off x="6505955" y="2834640"/>
            <a:ext cx="2011679" cy="18288"/>
          </a:xfrm>
          <a:prstGeom prst="rect">
            <a:avLst/>
          </a:prstGeom>
          <a:solidFill>
            <a:srgbClr val="00A99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6368796" y="2971800"/>
            <a:ext cx="2286000" cy="2011680"/>
          </a:xfrm>
          <a:prstGeom prst="rect">
            <a:avLst/>
          </a:prstGeom>
          <a:noFill/>
        </p:spPr>
        <p:txBody>
          <a:bodyPr wrap="square">
            <a:spAutoFit/>
          </a:bodyPr>
          <a:lstStyle/>
          <a:p>
            <a:pPr algn="l">
              <a:defRPr sz="1400" b="0" i="0">
                <a:solidFill>
                  <a:srgbClr val="5A5A5A"/>
                </a:solidFill>
                <a:latin typeface="Tenorite"/>
              </a:defRPr>
            </a:pPr>
            <a:r>
              <a:t>Package training as script jobs, build pipelines, deploy managed online endpoints</a:t>
            </a:r>
          </a:p>
        </p:txBody>
      </p:sp>
      <p:sp>
        <p:nvSpPr>
          <p:cNvPr id="24" name="Rectangle 23"/>
          <p:cNvSpPr/>
          <p:nvPr/>
        </p:nvSpPr>
        <p:spPr>
          <a:xfrm>
            <a:off x="6231636" y="5120640"/>
            <a:ext cx="2560320" cy="91440"/>
          </a:xfrm>
          <a:prstGeom prst="rect">
            <a:avLst/>
          </a:prstGeom>
          <a:solidFill>
            <a:srgbClr val="00A99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Oval 24"/>
          <p:cNvSpPr/>
          <p:nvPr/>
        </p:nvSpPr>
        <p:spPr>
          <a:xfrm>
            <a:off x="9980676" y="1691640"/>
            <a:ext cx="731520" cy="731520"/>
          </a:xfrm>
          <a:prstGeom prst="ellipse">
            <a:avLst/>
          </a:prstGeom>
          <a:solidFill>
            <a:srgbClr val="00B89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9980676" y="1783080"/>
            <a:ext cx="731520" cy="548640"/>
          </a:xfrm>
          <a:prstGeom prst="rect">
            <a:avLst/>
          </a:prstGeom>
          <a:noFill/>
        </p:spPr>
        <p:txBody>
          <a:bodyPr wrap="square">
            <a:spAutoFit/>
          </a:bodyPr>
          <a:lstStyle/>
          <a:p>
            <a:pPr algn="ctr">
              <a:defRPr sz="2600" b="1" i="0">
                <a:solidFill>
                  <a:srgbClr val="FFFFFF"/>
                </a:solidFill>
                <a:latin typeface="Tenorite"/>
              </a:defRPr>
            </a:pPr>
            <a:r>
              <a:t>4</a:t>
            </a:r>
          </a:p>
        </p:txBody>
      </p:sp>
      <p:sp>
        <p:nvSpPr>
          <p:cNvPr id="28" name="TextBox 27"/>
          <p:cNvSpPr txBox="1"/>
          <p:nvPr/>
        </p:nvSpPr>
        <p:spPr>
          <a:xfrm>
            <a:off x="9203436" y="2423160"/>
            <a:ext cx="2286000" cy="365760"/>
          </a:xfrm>
          <a:prstGeom prst="rect">
            <a:avLst/>
          </a:prstGeom>
          <a:noFill/>
        </p:spPr>
        <p:txBody>
          <a:bodyPr wrap="square">
            <a:spAutoFit/>
          </a:bodyPr>
          <a:lstStyle/>
          <a:p>
            <a:pPr algn="ctr">
              <a:defRPr sz="1600" b="1" i="0">
                <a:solidFill>
                  <a:srgbClr val="0D2137"/>
                </a:solidFill>
                <a:latin typeface="Tenorite"/>
              </a:defRPr>
            </a:pPr>
            <a:r>
              <a:t>Optimize LLMs</a:t>
            </a:r>
          </a:p>
        </p:txBody>
      </p:sp>
      <p:sp>
        <p:nvSpPr>
          <p:cNvPr id="29" name="Rectangle 28"/>
          <p:cNvSpPr/>
          <p:nvPr/>
        </p:nvSpPr>
        <p:spPr>
          <a:xfrm>
            <a:off x="9340596" y="2834640"/>
            <a:ext cx="2011679" cy="18288"/>
          </a:xfrm>
          <a:prstGeom prst="rect">
            <a:avLst/>
          </a:prstGeom>
          <a:solidFill>
            <a:srgbClr val="00B89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9203436" y="2971800"/>
            <a:ext cx="2286000" cy="2011680"/>
          </a:xfrm>
          <a:prstGeom prst="rect">
            <a:avLst/>
          </a:prstGeom>
          <a:noFill/>
        </p:spPr>
        <p:txBody>
          <a:bodyPr wrap="square">
            <a:spAutoFit/>
          </a:bodyPr>
          <a:lstStyle/>
          <a:p>
            <a:pPr algn="l">
              <a:defRPr sz="1400" b="0" i="0">
                <a:solidFill>
                  <a:srgbClr val="5A5A5A"/>
                </a:solidFill>
                <a:latin typeface="Tenorite"/>
              </a:defRPr>
            </a:pPr>
            <a:r>
              <a:t>Use prompt flow, RAG with Azure AI Search, and fine-tuning for language models</a:t>
            </a:r>
          </a:p>
        </p:txBody>
      </p:sp>
      <p:sp>
        <p:nvSpPr>
          <p:cNvPr id="31" name="Rectangle 30"/>
          <p:cNvSpPr/>
          <p:nvPr/>
        </p:nvSpPr>
        <p:spPr>
          <a:xfrm>
            <a:off x="9066276" y="5120640"/>
            <a:ext cx="2560320" cy="91440"/>
          </a:xfrm>
          <a:prstGeom prst="rect">
            <a:avLst/>
          </a:prstGeom>
          <a:solidFill>
            <a:srgbClr val="00B89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548640" y="5669280"/>
            <a:ext cx="10972800" cy="365760"/>
          </a:xfrm>
          <a:prstGeom prst="rect">
            <a:avLst/>
          </a:prstGeom>
          <a:noFill/>
        </p:spPr>
        <p:txBody>
          <a:bodyPr wrap="square">
            <a:spAutoFit/>
          </a:bodyPr>
          <a:lstStyle/>
          <a:p>
            <a:pPr algn="l">
              <a:defRPr sz="1400" b="0" i="1">
                <a:solidFill>
                  <a:srgbClr val="9E9E9E"/>
                </a:solidFill>
                <a:latin typeface="Tenorite"/>
              </a:defRPr>
            </a:pPr>
            <a:r>
              <a:t>Each objective maps directly to one of the four DP-100 exam domains.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Prerequisites and Lab Setup</a:t>
            </a:r>
          </a:p>
        </p:txBody>
      </p:sp>
      <p:sp>
        <p:nvSpPr>
          <p:cNvPr id="3" name="Rounded Rectangle 2"/>
          <p:cNvSpPr/>
          <p:nvPr/>
        </p:nvSpPr>
        <p:spPr>
          <a:xfrm>
            <a:off x="548640" y="1554480"/>
            <a:ext cx="5303520" cy="4297680"/>
          </a:xfrm>
          <a:prstGeom prst="roundRect">
            <a:avLst>
              <a:gd name="adj" fmla="val 4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548640" y="1554480"/>
            <a:ext cx="109728" cy="4297680"/>
          </a:xfrm>
          <a:prstGeom prst="rect">
            <a:avLst/>
          </a:prstGeom>
          <a:solidFill>
            <a:srgbClr val="008CB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68680" y="1691639"/>
            <a:ext cx="4846320" cy="365760"/>
          </a:xfrm>
          <a:prstGeom prst="rect">
            <a:avLst/>
          </a:prstGeom>
          <a:noFill/>
        </p:spPr>
        <p:txBody>
          <a:bodyPr wrap="square">
            <a:spAutoFit/>
          </a:bodyPr>
          <a:lstStyle/>
          <a:p>
            <a:pPr algn="l">
              <a:defRPr sz="1800" b="1" i="0">
                <a:solidFill>
                  <a:srgbClr val="008CBA"/>
                </a:solidFill>
                <a:latin typeface="Tenorite"/>
              </a:defRPr>
            </a:pPr>
            <a:r>
              <a:rPr dirty="0"/>
              <a:t>You Should Already</a:t>
            </a:r>
          </a:p>
        </p:txBody>
      </p:sp>
      <p:sp>
        <p:nvSpPr>
          <p:cNvPr id="6" name="TextBox 5"/>
          <p:cNvSpPr txBox="1"/>
          <p:nvPr/>
        </p:nvSpPr>
        <p:spPr>
          <a:xfrm>
            <a:off x="868680" y="2148840"/>
            <a:ext cx="4754880" cy="2092881"/>
          </a:xfrm>
          <a:prstGeom prst="rect">
            <a:avLst/>
          </a:prstGeom>
          <a:noFill/>
        </p:spPr>
        <p:txBody>
          <a:bodyPr wrap="square">
            <a:spAutoFit/>
          </a:bodyPr>
          <a:lstStyle/>
          <a:p>
            <a:pPr>
              <a:spcBef>
                <a:spcPts val="0"/>
              </a:spcBef>
              <a:defRPr sz="1500">
                <a:solidFill>
                  <a:srgbClr val="5A5A5A"/>
                </a:solidFill>
                <a:latin typeface="Tenorite"/>
              </a:defRPr>
            </a:pPr>
            <a:r>
              <a:rPr dirty="0"/>
              <a:t>•  Be comfortable with basic Python and Git</a:t>
            </a:r>
            <a:r>
              <a:rPr lang="en-US" dirty="0"/>
              <a:t> – or at least understand it</a:t>
            </a:r>
            <a:endParaRPr dirty="0"/>
          </a:p>
          <a:p>
            <a:pPr>
              <a:spcBef>
                <a:spcPts val="1000"/>
              </a:spcBef>
              <a:defRPr sz="1500">
                <a:solidFill>
                  <a:srgbClr val="5A5A5A"/>
                </a:solidFill>
                <a:latin typeface="Tenorite"/>
              </a:defRPr>
            </a:pPr>
            <a:r>
              <a:rPr dirty="0"/>
              <a:t>•  Understand core ML concepts (features, labels, train/test split)</a:t>
            </a:r>
          </a:p>
          <a:p>
            <a:pPr>
              <a:spcBef>
                <a:spcPts val="1000"/>
              </a:spcBef>
              <a:defRPr sz="1500">
                <a:solidFill>
                  <a:srgbClr val="5A5A5A"/>
                </a:solidFill>
                <a:latin typeface="Tenorite"/>
              </a:defRPr>
            </a:pPr>
            <a:r>
              <a:rPr dirty="0"/>
              <a:t>•  Have an Azure subscription with contributor access</a:t>
            </a:r>
          </a:p>
          <a:p>
            <a:pPr>
              <a:spcBef>
                <a:spcPts val="1000"/>
              </a:spcBef>
              <a:defRPr sz="1500">
                <a:solidFill>
                  <a:srgbClr val="5A5A5A"/>
                </a:solidFill>
                <a:latin typeface="Tenorite"/>
              </a:defRPr>
            </a:pPr>
            <a:r>
              <a:rPr dirty="0"/>
              <a:t>•  Have Terraform, Azure CLI, and a Python environment installed</a:t>
            </a:r>
          </a:p>
        </p:txBody>
      </p:sp>
      <p:sp>
        <p:nvSpPr>
          <p:cNvPr id="7" name="Rounded Rectangle 6"/>
          <p:cNvSpPr/>
          <p:nvPr/>
        </p:nvSpPr>
        <p:spPr>
          <a:xfrm>
            <a:off x="6309360" y="1554480"/>
            <a:ext cx="5303520" cy="4297680"/>
          </a:xfrm>
          <a:prstGeom prst="roundRect">
            <a:avLst>
              <a:gd name="adj" fmla="val 4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6309360" y="1554480"/>
            <a:ext cx="109728" cy="4297680"/>
          </a:xfrm>
          <a:prstGeom prst="rect">
            <a:avLst/>
          </a:prstGeom>
          <a:solidFill>
            <a:srgbClr val="00B89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629400" y="1691639"/>
            <a:ext cx="4846320" cy="365760"/>
          </a:xfrm>
          <a:prstGeom prst="rect">
            <a:avLst/>
          </a:prstGeom>
          <a:noFill/>
        </p:spPr>
        <p:txBody>
          <a:bodyPr wrap="square">
            <a:spAutoFit/>
          </a:bodyPr>
          <a:lstStyle/>
          <a:p>
            <a:pPr algn="l">
              <a:defRPr sz="1800" b="1" i="0">
                <a:solidFill>
                  <a:srgbClr val="00B894"/>
                </a:solidFill>
                <a:latin typeface="Tenorite"/>
              </a:defRPr>
            </a:pPr>
            <a:r>
              <a:t>Lab Environment</a:t>
            </a:r>
          </a:p>
        </p:txBody>
      </p:sp>
      <p:sp>
        <p:nvSpPr>
          <p:cNvPr id="10" name="TextBox 9"/>
          <p:cNvSpPr txBox="1"/>
          <p:nvPr/>
        </p:nvSpPr>
        <p:spPr>
          <a:xfrm>
            <a:off x="6629400" y="2148840"/>
            <a:ext cx="4754880" cy="3200400"/>
          </a:xfrm>
          <a:prstGeom prst="rect">
            <a:avLst/>
          </a:prstGeom>
          <a:noFill/>
        </p:spPr>
        <p:txBody>
          <a:bodyPr wrap="square">
            <a:spAutoFit/>
          </a:bodyPr>
          <a:lstStyle/>
          <a:p>
            <a:pPr>
              <a:spcBef>
                <a:spcPts val="0"/>
              </a:spcBef>
              <a:defRPr sz="1500">
                <a:solidFill>
                  <a:srgbClr val="5A5A5A"/>
                </a:solidFill>
                <a:latin typeface="Tenorite"/>
              </a:defRPr>
            </a:pPr>
            <a:r>
              <a:t>•  Resource group and Azure ML workspace via Terraform</a:t>
            </a:r>
          </a:p>
          <a:p>
            <a:pPr>
              <a:spcBef>
                <a:spcPts val="1000"/>
              </a:spcBef>
              <a:defRPr sz="1500">
                <a:solidFill>
                  <a:srgbClr val="5A5A5A"/>
                </a:solidFill>
                <a:latin typeface="Tenorite"/>
              </a:defRPr>
            </a:pPr>
            <a:r>
              <a:t>•  GPU quota requested for your region (optional but recommended)</a:t>
            </a:r>
          </a:p>
          <a:p>
            <a:pPr>
              <a:spcBef>
                <a:spcPts val="1000"/>
              </a:spcBef>
              <a:defRPr sz="1500">
                <a:solidFill>
                  <a:srgbClr val="5A5A5A"/>
                </a:solidFill>
                <a:latin typeface="Tenorite"/>
              </a:defRPr>
            </a:pPr>
            <a:r>
              <a:t>•  Access to Azure OpenAI and Azure AI Search where available</a:t>
            </a:r>
          </a:p>
          <a:p>
            <a:pPr>
              <a:spcBef>
                <a:spcPts val="1000"/>
              </a:spcBef>
              <a:defRPr sz="1500">
                <a:solidFill>
                  <a:srgbClr val="5A5A5A"/>
                </a:solidFill>
                <a:latin typeface="Tenorite"/>
              </a:defRPr>
            </a:pPr>
            <a:r>
              <a:t>•  Most labs work on CPU if GPU is unavailable</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Alignment with the DP-100 Study Guide</a:t>
            </a:r>
          </a:p>
        </p:txBody>
      </p:sp>
      <p:sp>
        <p:nvSpPr>
          <p:cNvPr id="3" name="Rounded Rectangle 2"/>
          <p:cNvSpPr/>
          <p:nvPr/>
        </p:nvSpPr>
        <p:spPr>
          <a:xfrm>
            <a:off x="548640" y="1554480"/>
            <a:ext cx="3200400" cy="411480"/>
          </a:xfrm>
          <a:prstGeom prst="roundRect">
            <a:avLst>
              <a:gd name="adj" fmla="val 6000"/>
            </a:avLst>
          </a:prstGeom>
          <a:solidFill>
            <a:srgbClr val="0D21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48640" y="1618488"/>
            <a:ext cx="3200400" cy="320040"/>
          </a:xfrm>
          <a:prstGeom prst="rect">
            <a:avLst/>
          </a:prstGeom>
          <a:noFill/>
        </p:spPr>
        <p:txBody>
          <a:bodyPr wrap="square">
            <a:spAutoFit/>
          </a:bodyPr>
          <a:lstStyle/>
          <a:p>
            <a:pPr algn="ctr">
              <a:defRPr sz="1400" b="1" i="0">
                <a:solidFill>
                  <a:srgbClr val="FFFFFF"/>
                </a:solidFill>
                <a:latin typeface="Tenorite"/>
              </a:defRPr>
            </a:pPr>
            <a:r>
              <a:t>Domain</a:t>
            </a:r>
          </a:p>
        </p:txBody>
      </p:sp>
      <p:sp>
        <p:nvSpPr>
          <p:cNvPr id="5" name="Rounded Rectangle 4"/>
          <p:cNvSpPr/>
          <p:nvPr/>
        </p:nvSpPr>
        <p:spPr>
          <a:xfrm>
            <a:off x="3840480" y="1554480"/>
            <a:ext cx="1097280" cy="411480"/>
          </a:xfrm>
          <a:prstGeom prst="roundRect">
            <a:avLst>
              <a:gd name="adj" fmla="val 6000"/>
            </a:avLst>
          </a:prstGeom>
          <a:solidFill>
            <a:srgbClr val="0D21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3840480" y="1618488"/>
            <a:ext cx="1097280" cy="320040"/>
          </a:xfrm>
          <a:prstGeom prst="rect">
            <a:avLst/>
          </a:prstGeom>
          <a:noFill/>
        </p:spPr>
        <p:txBody>
          <a:bodyPr wrap="square">
            <a:spAutoFit/>
          </a:bodyPr>
          <a:lstStyle/>
          <a:p>
            <a:pPr algn="ctr">
              <a:defRPr sz="1400" b="1" i="0">
                <a:solidFill>
                  <a:srgbClr val="FFFFFF"/>
                </a:solidFill>
                <a:latin typeface="Tenorite"/>
              </a:defRPr>
            </a:pPr>
            <a:r>
              <a:t>Weight</a:t>
            </a:r>
          </a:p>
        </p:txBody>
      </p:sp>
      <p:sp>
        <p:nvSpPr>
          <p:cNvPr id="7" name="Rounded Rectangle 6"/>
          <p:cNvSpPr/>
          <p:nvPr/>
        </p:nvSpPr>
        <p:spPr>
          <a:xfrm>
            <a:off x="5029200" y="1554480"/>
            <a:ext cx="6583680" cy="411480"/>
          </a:xfrm>
          <a:prstGeom prst="roundRect">
            <a:avLst>
              <a:gd name="adj" fmla="val 6000"/>
            </a:avLst>
          </a:prstGeom>
          <a:solidFill>
            <a:srgbClr val="0D21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029200" y="1618488"/>
            <a:ext cx="6583680" cy="320040"/>
          </a:xfrm>
          <a:prstGeom prst="rect">
            <a:avLst/>
          </a:prstGeom>
          <a:noFill/>
        </p:spPr>
        <p:txBody>
          <a:bodyPr wrap="square">
            <a:spAutoFit/>
          </a:bodyPr>
          <a:lstStyle/>
          <a:p>
            <a:pPr algn="ctr">
              <a:defRPr sz="1400" b="1" i="0">
                <a:solidFill>
                  <a:srgbClr val="FFFFFF"/>
                </a:solidFill>
                <a:latin typeface="Tenorite"/>
              </a:defRPr>
            </a:pPr>
            <a:r>
              <a:t>Our Coverage</a:t>
            </a:r>
          </a:p>
        </p:txBody>
      </p:sp>
      <p:sp>
        <p:nvSpPr>
          <p:cNvPr id="9" name="Rounded Rectangle 8"/>
          <p:cNvSpPr/>
          <p:nvPr/>
        </p:nvSpPr>
        <p:spPr>
          <a:xfrm>
            <a:off x="548640" y="2103120"/>
            <a:ext cx="3200400" cy="914400"/>
          </a:xfrm>
          <a:prstGeom prst="roundRect">
            <a:avLst>
              <a:gd name="adj" fmla="val 4000"/>
            </a:avLst>
          </a:prstGeom>
          <a:solidFill>
            <a:srgbClr val="008CB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40080" y="2240279"/>
            <a:ext cx="3017520" cy="640080"/>
          </a:xfrm>
          <a:prstGeom prst="rect">
            <a:avLst/>
          </a:prstGeom>
          <a:noFill/>
        </p:spPr>
        <p:txBody>
          <a:bodyPr wrap="square">
            <a:spAutoFit/>
          </a:bodyPr>
          <a:lstStyle/>
          <a:p>
            <a:pPr algn="ctr">
              <a:defRPr sz="1400" b="1" i="0">
                <a:solidFill>
                  <a:srgbClr val="FFFFFF"/>
                </a:solidFill>
                <a:latin typeface="Tenorite"/>
              </a:defRPr>
            </a:pPr>
            <a:r>
              <a:t>Design &amp; Prepare a</a:t>
            </a:r>
            <a:br/>
            <a:r>
              <a:t>ML Solution</a:t>
            </a:r>
          </a:p>
        </p:txBody>
      </p:sp>
      <p:sp>
        <p:nvSpPr>
          <p:cNvPr id="11" name="Rounded Rectangle 10"/>
          <p:cNvSpPr/>
          <p:nvPr/>
        </p:nvSpPr>
        <p:spPr>
          <a:xfrm>
            <a:off x="3840480" y="2103120"/>
            <a:ext cx="1097280" cy="914400"/>
          </a:xfrm>
          <a:prstGeom prst="roundRect">
            <a:avLst>
              <a:gd name="adj" fmla="val 4000"/>
            </a:avLst>
          </a:prstGeom>
          <a:solidFill>
            <a:srgbClr val="FFFFFF"/>
          </a:solidFill>
          <a:ln w="12700">
            <a:solidFill>
              <a:srgbClr val="E8E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840480" y="2331720"/>
            <a:ext cx="1097280" cy="457200"/>
          </a:xfrm>
          <a:prstGeom prst="rect">
            <a:avLst/>
          </a:prstGeom>
          <a:noFill/>
        </p:spPr>
        <p:txBody>
          <a:bodyPr wrap="square">
            <a:spAutoFit/>
          </a:bodyPr>
          <a:lstStyle/>
          <a:p>
            <a:pPr algn="ctr">
              <a:defRPr sz="1600" b="1" i="0">
                <a:solidFill>
                  <a:srgbClr val="0D2137"/>
                </a:solidFill>
                <a:latin typeface="Tenorite"/>
              </a:defRPr>
            </a:pPr>
            <a:r>
              <a:t>20–25%</a:t>
            </a:r>
          </a:p>
        </p:txBody>
      </p:sp>
      <p:sp>
        <p:nvSpPr>
          <p:cNvPr id="13" name="Rounded Rectangle 12"/>
          <p:cNvSpPr/>
          <p:nvPr/>
        </p:nvSpPr>
        <p:spPr>
          <a:xfrm>
            <a:off x="5029200" y="2103120"/>
            <a:ext cx="6583680" cy="914400"/>
          </a:xfrm>
          <a:prstGeom prst="roundRect">
            <a:avLst>
              <a:gd name="adj" fmla="val 4000"/>
            </a:avLst>
          </a:prstGeom>
          <a:solidFill>
            <a:srgbClr val="FFFFFF"/>
          </a:solidFill>
          <a:ln w="12700">
            <a:solidFill>
              <a:srgbClr val="E8E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5212080" y="2240279"/>
            <a:ext cx="6217920" cy="640080"/>
          </a:xfrm>
          <a:prstGeom prst="rect">
            <a:avLst/>
          </a:prstGeom>
          <a:noFill/>
        </p:spPr>
        <p:txBody>
          <a:bodyPr wrap="square">
            <a:spAutoFit/>
          </a:bodyPr>
          <a:lstStyle/>
          <a:p>
            <a:pPr algn="l">
              <a:defRPr sz="1400" b="0" i="0">
                <a:solidFill>
                  <a:srgbClr val="5A5A5A"/>
                </a:solidFill>
                <a:latin typeface="Tenorite"/>
              </a:defRPr>
            </a:pPr>
            <a:r>
              <a:t>Terraform deployment, workspace design, compute selection, datastores, data assets, environments (Module 1)</a:t>
            </a:r>
          </a:p>
        </p:txBody>
      </p:sp>
      <p:sp>
        <p:nvSpPr>
          <p:cNvPr id="15" name="Rounded Rectangle 14"/>
          <p:cNvSpPr/>
          <p:nvPr/>
        </p:nvSpPr>
        <p:spPr>
          <a:xfrm>
            <a:off x="548640" y="3108960"/>
            <a:ext cx="3200400" cy="914400"/>
          </a:xfrm>
          <a:prstGeom prst="roundRect">
            <a:avLst>
              <a:gd name="adj" fmla="val 4000"/>
            </a:avLst>
          </a:prstGeom>
          <a:solidFill>
            <a:srgbClr val="00A5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40080" y="3246120"/>
            <a:ext cx="3017520" cy="640080"/>
          </a:xfrm>
          <a:prstGeom prst="rect">
            <a:avLst/>
          </a:prstGeom>
          <a:noFill/>
        </p:spPr>
        <p:txBody>
          <a:bodyPr wrap="square">
            <a:spAutoFit/>
          </a:bodyPr>
          <a:lstStyle/>
          <a:p>
            <a:pPr algn="ctr">
              <a:defRPr sz="1400" b="1" i="0">
                <a:solidFill>
                  <a:srgbClr val="FFFFFF"/>
                </a:solidFill>
                <a:latin typeface="Tenorite"/>
              </a:defRPr>
            </a:pPr>
            <a:r>
              <a:t>Explore Data &amp;</a:t>
            </a:r>
            <a:br/>
            <a:r>
              <a:t>Run Experiments</a:t>
            </a:r>
          </a:p>
        </p:txBody>
      </p:sp>
      <p:sp>
        <p:nvSpPr>
          <p:cNvPr id="17" name="Rounded Rectangle 16"/>
          <p:cNvSpPr/>
          <p:nvPr/>
        </p:nvSpPr>
        <p:spPr>
          <a:xfrm>
            <a:off x="3840480" y="3108960"/>
            <a:ext cx="1097280" cy="914400"/>
          </a:xfrm>
          <a:prstGeom prst="roundRect">
            <a:avLst>
              <a:gd name="adj" fmla="val 4000"/>
            </a:avLst>
          </a:prstGeom>
          <a:solidFill>
            <a:srgbClr val="FFFFFF"/>
          </a:solidFill>
          <a:ln w="12700">
            <a:solidFill>
              <a:srgbClr val="E8E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3840480" y="3337560"/>
            <a:ext cx="1097280" cy="457200"/>
          </a:xfrm>
          <a:prstGeom prst="rect">
            <a:avLst/>
          </a:prstGeom>
          <a:noFill/>
        </p:spPr>
        <p:txBody>
          <a:bodyPr wrap="square">
            <a:spAutoFit/>
          </a:bodyPr>
          <a:lstStyle/>
          <a:p>
            <a:pPr algn="ctr">
              <a:defRPr sz="1600" b="1" i="0">
                <a:solidFill>
                  <a:srgbClr val="0D2137"/>
                </a:solidFill>
                <a:latin typeface="Tenorite"/>
              </a:defRPr>
            </a:pPr>
            <a:r>
              <a:t>20–25%</a:t>
            </a:r>
          </a:p>
        </p:txBody>
      </p:sp>
      <p:sp>
        <p:nvSpPr>
          <p:cNvPr id="19" name="Rounded Rectangle 18"/>
          <p:cNvSpPr/>
          <p:nvPr/>
        </p:nvSpPr>
        <p:spPr>
          <a:xfrm>
            <a:off x="5029200" y="3108960"/>
            <a:ext cx="6583680" cy="914400"/>
          </a:xfrm>
          <a:prstGeom prst="roundRect">
            <a:avLst>
              <a:gd name="adj" fmla="val 4000"/>
            </a:avLst>
          </a:prstGeom>
          <a:solidFill>
            <a:srgbClr val="FFFFFF"/>
          </a:solidFill>
          <a:ln w="12700">
            <a:solidFill>
              <a:srgbClr val="E8E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5212080" y="3246120"/>
            <a:ext cx="6217920" cy="640080"/>
          </a:xfrm>
          <a:prstGeom prst="rect">
            <a:avLst/>
          </a:prstGeom>
          <a:noFill/>
        </p:spPr>
        <p:txBody>
          <a:bodyPr wrap="square">
            <a:spAutoFit/>
          </a:bodyPr>
          <a:lstStyle/>
          <a:p>
            <a:pPr algn="l">
              <a:defRPr sz="1400" b="0" i="0">
                <a:solidFill>
                  <a:srgbClr val="5A5A5A"/>
                </a:solidFill>
                <a:latin typeface="Tenorite"/>
              </a:defRPr>
            </a:pPr>
            <a:r>
              <a:t>Notebooks, AutoML, MLflow tracking, model evaluation, responsible AI concepts (Module 2)</a:t>
            </a:r>
          </a:p>
        </p:txBody>
      </p:sp>
      <p:sp>
        <p:nvSpPr>
          <p:cNvPr id="21" name="Rounded Rectangle 20"/>
          <p:cNvSpPr/>
          <p:nvPr/>
        </p:nvSpPr>
        <p:spPr>
          <a:xfrm>
            <a:off x="548640" y="4114800"/>
            <a:ext cx="3200400" cy="914400"/>
          </a:xfrm>
          <a:prstGeom prst="roundRect">
            <a:avLst>
              <a:gd name="adj" fmla="val 4000"/>
            </a:avLst>
          </a:prstGeom>
          <a:solidFill>
            <a:srgbClr val="00A99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40080" y="4251960"/>
            <a:ext cx="3017520" cy="640080"/>
          </a:xfrm>
          <a:prstGeom prst="rect">
            <a:avLst/>
          </a:prstGeom>
          <a:noFill/>
        </p:spPr>
        <p:txBody>
          <a:bodyPr wrap="square">
            <a:spAutoFit/>
          </a:bodyPr>
          <a:lstStyle/>
          <a:p>
            <a:pPr algn="ctr">
              <a:defRPr sz="1400" b="1" i="0">
                <a:solidFill>
                  <a:srgbClr val="FFFFFF"/>
                </a:solidFill>
                <a:latin typeface="Tenorite"/>
              </a:defRPr>
            </a:pPr>
            <a:r>
              <a:t>Train &amp; Deploy</a:t>
            </a:r>
            <a:br/>
            <a:r>
              <a:t>Models</a:t>
            </a:r>
          </a:p>
        </p:txBody>
      </p:sp>
      <p:sp>
        <p:nvSpPr>
          <p:cNvPr id="23" name="Rounded Rectangle 22"/>
          <p:cNvSpPr/>
          <p:nvPr/>
        </p:nvSpPr>
        <p:spPr>
          <a:xfrm>
            <a:off x="3840480" y="4114800"/>
            <a:ext cx="1097280" cy="914400"/>
          </a:xfrm>
          <a:prstGeom prst="roundRect">
            <a:avLst>
              <a:gd name="adj" fmla="val 4000"/>
            </a:avLst>
          </a:prstGeom>
          <a:solidFill>
            <a:srgbClr val="FFFFFF"/>
          </a:solidFill>
          <a:ln w="12700">
            <a:solidFill>
              <a:srgbClr val="E8E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3840480" y="4343400"/>
            <a:ext cx="1097280" cy="457200"/>
          </a:xfrm>
          <a:prstGeom prst="rect">
            <a:avLst/>
          </a:prstGeom>
          <a:noFill/>
        </p:spPr>
        <p:txBody>
          <a:bodyPr wrap="square">
            <a:spAutoFit/>
          </a:bodyPr>
          <a:lstStyle/>
          <a:p>
            <a:pPr algn="ctr">
              <a:defRPr sz="1600" b="1" i="0">
                <a:solidFill>
                  <a:srgbClr val="0D2137"/>
                </a:solidFill>
                <a:latin typeface="Tenorite"/>
              </a:defRPr>
            </a:pPr>
            <a:r>
              <a:t>25–30%</a:t>
            </a:r>
          </a:p>
        </p:txBody>
      </p:sp>
      <p:sp>
        <p:nvSpPr>
          <p:cNvPr id="25" name="Rounded Rectangle 24"/>
          <p:cNvSpPr/>
          <p:nvPr/>
        </p:nvSpPr>
        <p:spPr>
          <a:xfrm>
            <a:off x="5029200" y="4114800"/>
            <a:ext cx="6583680" cy="914400"/>
          </a:xfrm>
          <a:prstGeom prst="roundRect">
            <a:avLst>
              <a:gd name="adj" fmla="val 4000"/>
            </a:avLst>
          </a:prstGeom>
          <a:solidFill>
            <a:srgbClr val="FFFFFF"/>
          </a:solidFill>
          <a:ln w="12700">
            <a:solidFill>
              <a:srgbClr val="E8E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5212080" y="4251960"/>
            <a:ext cx="6217920" cy="640080"/>
          </a:xfrm>
          <a:prstGeom prst="rect">
            <a:avLst/>
          </a:prstGeom>
          <a:noFill/>
        </p:spPr>
        <p:txBody>
          <a:bodyPr wrap="square">
            <a:spAutoFit/>
          </a:bodyPr>
          <a:lstStyle/>
          <a:p>
            <a:pPr algn="l">
              <a:defRPr sz="1400" b="0" i="0">
                <a:solidFill>
                  <a:srgbClr val="5A5A5A"/>
                </a:solidFill>
                <a:latin typeface="Tenorite"/>
              </a:defRPr>
            </a:pPr>
            <a:r>
              <a:t>Script jobs, pipelines, model registration, managed online endpoints, blue-green deployment (Module 3)</a:t>
            </a:r>
          </a:p>
        </p:txBody>
      </p:sp>
      <p:sp>
        <p:nvSpPr>
          <p:cNvPr id="27" name="Rounded Rectangle 26"/>
          <p:cNvSpPr/>
          <p:nvPr/>
        </p:nvSpPr>
        <p:spPr>
          <a:xfrm>
            <a:off x="548640" y="5120640"/>
            <a:ext cx="3200400" cy="914400"/>
          </a:xfrm>
          <a:prstGeom prst="roundRect">
            <a:avLst>
              <a:gd name="adj" fmla="val 4000"/>
            </a:avLst>
          </a:prstGeom>
          <a:solidFill>
            <a:srgbClr val="00B89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640080" y="5257800"/>
            <a:ext cx="3017520" cy="640080"/>
          </a:xfrm>
          <a:prstGeom prst="rect">
            <a:avLst/>
          </a:prstGeom>
          <a:noFill/>
        </p:spPr>
        <p:txBody>
          <a:bodyPr wrap="square">
            <a:spAutoFit/>
          </a:bodyPr>
          <a:lstStyle/>
          <a:p>
            <a:pPr algn="ctr">
              <a:defRPr sz="1400" b="1" i="0">
                <a:solidFill>
                  <a:srgbClr val="FFFFFF"/>
                </a:solidFill>
                <a:latin typeface="Tenorite"/>
              </a:defRPr>
            </a:pPr>
            <a:r>
              <a:t>Optimize Language</a:t>
            </a:r>
            <a:br/>
            <a:r>
              <a:t>Models for AI Apps</a:t>
            </a:r>
          </a:p>
        </p:txBody>
      </p:sp>
      <p:sp>
        <p:nvSpPr>
          <p:cNvPr id="29" name="Rounded Rectangle 28"/>
          <p:cNvSpPr/>
          <p:nvPr/>
        </p:nvSpPr>
        <p:spPr>
          <a:xfrm>
            <a:off x="3840480" y="5120640"/>
            <a:ext cx="1097280" cy="914400"/>
          </a:xfrm>
          <a:prstGeom prst="roundRect">
            <a:avLst>
              <a:gd name="adj" fmla="val 4000"/>
            </a:avLst>
          </a:prstGeom>
          <a:solidFill>
            <a:srgbClr val="FFFFFF"/>
          </a:solidFill>
          <a:ln w="12700">
            <a:solidFill>
              <a:srgbClr val="E8E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3840480" y="5349240"/>
            <a:ext cx="1097280" cy="457200"/>
          </a:xfrm>
          <a:prstGeom prst="rect">
            <a:avLst/>
          </a:prstGeom>
          <a:noFill/>
        </p:spPr>
        <p:txBody>
          <a:bodyPr wrap="square">
            <a:spAutoFit/>
          </a:bodyPr>
          <a:lstStyle/>
          <a:p>
            <a:pPr algn="ctr">
              <a:defRPr sz="1600" b="1" i="0">
                <a:solidFill>
                  <a:srgbClr val="0D2137"/>
                </a:solidFill>
                <a:latin typeface="Tenorite"/>
              </a:defRPr>
            </a:pPr>
            <a:r>
              <a:t>25–30%</a:t>
            </a:r>
          </a:p>
        </p:txBody>
      </p:sp>
      <p:sp>
        <p:nvSpPr>
          <p:cNvPr id="31" name="Rounded Rectangle 30"/>
          <p:cNvSpPr/>
          <p:nvPr/>
        </p:nvSpPr>
        <p:spPr>
          <a:xfrm>
            <a:off x="5029200" y="5120640"/>
            <a:ext cx="6583680" cy="914400"/>
          </a:xfrm>
          <a:prstGeom prst="roundRect">
            <a:avLst>
              <a:gd name="adj" fmla="val 4000"/>
            </a:avLst>
          </a:prstGeom>
          <a:solidFill>
            <a:srgbClr val="FFFFFF"/>
          </a:solidFill>
          <a:ln w="12700">
            <a:solidFill>
              <a:srgbClr val="E8E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5212080" y="5257800"/>
            <a:ext cx="6217920" cy="640080"/>
          </a:xfrm>
          <a:prstGeom prst="rect">
            <a:avLst/>
          </a:prstGeom>
          <a:noFill/>
        </p:spPr>
        <p:txBody>
          <a:bodyPr wrap="square">
            <a:spAutoFit/>
          </a:bodyPr>
          <a:lstStyle/>
          <a:p>
            <a:pPr algn="l">
              <a:defRPr sz="1400" b="0" i="0">
                <a:solidFill>
                  <a:srgbClr val="5A5A5A"/>
                </a:solidFill>
                <a:latin typeface="Tenorite"/>
              </a:defRPr>
            </a:pPr>
            <a:r>
              <a:t>Model catalog, prompt flow, RAG, Azure AI Search, fine-tuning workflows (Module 4)</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DP-100 Domain Coverage Matrix</a:t>
            </a:r>
          </a:p>
        </p:txBody>
      </p:sp>
      <p:sp>
        <p:nvSpPr>
          <p:cNvPr id="3" name="TextBox 2"/>
          <p:cNvSpPr txBox="1"/>
          <p:nvPr/>
        </p:nvSpPr>
        <p:spPr>
          <a:xfrm>
            <a:off x="457200" y="1417320"/>
            <a:ext cx="11247120" cy="320040"/>
          </a:xfrm>
          <a:prstGeom prst="rect">
            <a:avLst/>
          </a:prstGeom>
          <a:noFill/>
        </p:spPr>
        <p:txBody>
          <a:bodyPr wrap="square">
            <a:spAutoFit/>
          </a:bodyPr>
          <a:lstStyle/>
          <a:p>
            <a:pPr algn="ctr">
              <a:defRPr sz="1400" b="0" i="1">
                <a:solidFill>
                  <a:srgbClr val="9E9E9E"/>
                </a:solidFill>
                <a:latin typeface="Tenorite"/>
              </a:defRPr>
            </a:pPr>
            <a:r>
              <a:t>Exam domains mapped to course modules — identifying strengths and gaps</a:t>
            </a:r>
          </a:p>
        </p:txBody>
      </p:sp>
      <p:pic>
        <p:nvPicPr>
          <p:cNvPr id="4" name="Picture 3" descr="01-dp100-domain-coverage-v2-cropped.png"/>
          <p:cNvPicPr>
            <a:picLocks noChangeAspect="1"/>
          </p:cNvPicPr>
          <p:nvPr/>
        </p:nvPicPr>
        <p:blipFill>
          <a:blip r:embed="rId2"/>
          <a:srcRect l="1566" t="17125" r="1585" b="8656"/>
          <a:stretch>
            <a:fillRect/>
          </a:stretch>
        </p:blipFill>
        <p:spPr>
          <a:xfrm>
            <a:off x="376377" y="1690688"/>
            <a:ext cx="11408765" cy="4538662"/>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Claude.Bricks: The Project Story</a:t>
            </a:r>
          </a:p>
        </p:txBody>
      </p:sp>
      <p:sp>
        <p:nvSpPr>
          <p:cNvPr id="3" name="TextBox 2"/>
          <p:cNvSpPr txBox="1"/>
          <p:nvPr/>
        </p:nvSpPr>
        <p:spPr>
          <a:xfrm>
            <a:off x="562356" y="1438562"/>
            <a:ext cx="10972800" cy="365760"/>
          </a:xfrm>
          <a:prstGeom prst="rect">
            <a:avLst/>
          </a:prstGeom>
          <a:noFill/>
        </p:spPr>
        <p:txBody>
          <a:bodyPr wrap="square">
            <a:spAutoFit/>
          </a:bodyPr>
          <a:lstStyle/>
          <a:p>
            <a:pPr algn="l">
              <a:defRPr sz="1500" b="0" i="1">
                <a:solidFill>
                  <a:srgbClr val="5A5A5A"/>
                </a:solidFill>
                <a:latin typeface="Tenorite"/>
              </a:defRPr>
            </a:pPr>
            <a:r>
              <a:rPr dirty="0"/>
              <a:t>A fictional LEGO architect that produces structured building specs from images and reference models.</a:t>
            </a:r>
          </a:p>
        </p:txBody>
      </p:sp>
      <p:sp>
        <p:nvSpPr>
          <p:cNvPr id="4" name="Rounded Rectangle 3"/>
          <p:cNvSpPr/>
          <p:nvPr/>
        </p:nvSpPr>
        <p:spPr>
          <a:xfrm>
            <a:off x="562356" y="2103120"/>
            <a:ext cx="3474720" cy="3657600"/>
          </a:xfrm>
          <a:prstGeom prst="roundRect">
            <a:avLst>
              <a:gd name="adj" fmla="val 5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562356" y="2103120"/>
            <a:ext cx="3474720" cy="457200"/>
          </a:xfrm>
          <a:prstGeom prst="rect">
            <a:avLst/>
          </a:prstGeom>
          <a:solidFill>
            <a:srgbClr val="008CB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562356" y="2103120"/>
            <a:ext cx="3474720" cy="457200"/>
          </a:xfrm>
          <a:prstGeom prst="roundRect">
            <a:avLst>
              <a:gd name="adj" fmla="val 5000"/>
            </a:avLst>
          </a:prstGeom>
          <a:solidFill>
            <a:srgbClr val="008CB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62356" y="2176272"/>
            <a:ext cx="3474720" cy="365760"/>
          </a:xfrm>
          <a:prstGeom prst="rect">
            <a:avLst/>
          </a:prstGeom>
          <a:noFill/>
        </p:spPr>
        <p:txBody>
          <a:bodyPr wrap="square">
            <a:spAutoFit/>
          </a:bodyPr>
          <a:lstStyle/>
          <a:p>
            <a:pPr algn="ctr">
              <a:defRPr sz="1800" b="1" i="0">
                <a:solidFill>
                  <a:srgbClr val="FFFFFF"/>
                </a:solidFill>
                <a:latin typeface="Tenorite"/>
              </a:defRPr>
            </a:pPr>
            <a:r>
              <a:t>Inputs</a:t>
            </a:r>
          </a:p>
        </p:txBody>
      </p:sp>
      <p:sp>
        <p:nvSpPr>
          <p:cNvPr id="8" name="TextBox 7"/>
          <p:cNvSpPr txBox="1"/>
          <p:nvPr/>
        </p:nvSpPr>
        <p:spPr>
          <a:xfrm>
            <a:off x="745236" y="2743200"/>
            <a:ext cx="3108960" cy="2743200"/>
          </a:xfrm>
          <a:prstGeom prst="rect">
            <a:avLst/>
          </a:prstGeom>
          <a:noFill/>
        </p:spPr>
        <p:txBody>
          <a:bodyPr wrap="square">
            <a:spAutoFit/>
          </a:bodyPr>
          <a:lstStyle/>
          <a:p>
            <a:pPr>
              <a:spcBef>
                <a:spcPts val="0"/>
              </a:spcBef>
              <a:defRPr sz="1400">
                <a:solidFill>
                  <a:srgbClr val="5A5A5A"/>
                </a:solidFill>
                <a:latin typeface="Tenorite"/>
              </a:defRPr>
            </a:pPr>
            <a:r>
              <a:t>•  Inspiration photos of real streets and buildings</a:t>
            </a:r>
          </a:p>
          <a:p>
            <a:pPr>
              <a:spcBef>
                <a:spcPts val="800"/>
              </a:spcBef>
              <a:defRPr sz="1400">
                <a:solidFill>
                  <a:srgbClr val="5A5A5A"/>
                </a:solidFill>
                <a:latin typeface="Tenorite"/>
              </a:defRPr>
            </a:pPr>
            <a:r>
              <a:t>•  .ldr reference files from existing LEGO models</a:t>
            </a:r>
          </a:p>
          <a:p>
            <a:pPr>
              <a:spcBef>
                <a:spcPts val="800"/>
              </a:spcBef>
              <a:defRPr sz="1400">
                <a:solidFill>
                  <a:srgbClr val="5A5A5A"/>
                </a:solidFill>
                <a:latin typeface="Tenorite"/>
              </a:defRPr>
            </a:pPr>
            <a:r>
              <a:t>•  User prompts describing desired style and scale</a:t>
            </a:r>
          </a:p>
        </p:txBody>
      </p:sp>
      <p:sp>
        <p:nvSpPr>
          <p:cNvPr id="9" name="Rectangle 8"/>
          <p:cNvSpPr/>
          <p:nvPr/>
        </p:nvSpPr>
        <p:spPr>
          <a:xfrm>
            <a:off x="562356" y="5669280"/>
            <a:ext cx="3474720" cy="91440"/>
          </a:xfrm>
          <a:prstGeom prst="rect">
            <a:avLst/>
          </a:prstGeom>
          <a:solidFill>
            <a:srgbClr val="008CB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4357116" y="2103120"/>
            <a:ext cx="3474720" cy="3657600"/>
          </a:xfrm>
          <a:prstGeom prst="roundRect">
            <a:avLst>
              <a:gd name="adj" fmla="val 5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4357116" y="2103120"/>
            <a:ext cx="3474720" cy="457200"/>
          </a:xfrm>
          <a:prstGeom prst="rect">
            <a:avLst/>
          </a:prstGeom>
          <a:solidFill>
            <a:srgbClr val="00A99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ounded Rectangle 11"/>
          <p:cNvSpPr/>
          <p:nvPr/>
        </p:nvSpPr>
        <p:spPr>
          <a:xfrm>
            <a:off x="4357116" y="2103120"/>
            <a:ext cx="3474720" cy="457200"/>
          </a:xfrm>
          <a:prstGeom prst="roundRect">
            <a:avLst>
              <a:gd name="adj" fmla="val 5000"/>
            </a:avLst>
          </a:prstGeom>
          <a:solidFill>
            <a:srgbClr val="00A99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357116" y="2176272"/>
            <a:ext cx="3474720" cy="365760"/>
          </a:xfrm>
          <a:prstGeom prst="rect">
            <a:avLst/>
          </a:prstGeom>
          <a:noFill/>
        </p:spPr>
        <p:txBody>
          <a:bodyPr wrap="square">
            <a:spAutoFit/>
          </a:bodyPr>
          <a:lstStyle/>
          <a:p>
            <a:pPr algn="ctr">
              <a:defRPr sz="1800" b="1" i="0">
                <a:solidFill>
                  <a:srgbClr val="FFFFFF"/>
                </a:solidFill>
                <a:latin typeface="Tenorite"/>
              </a:defRPr>
            </a:pPr>
            <a:r>
              <a:t>Processing</a:t>
            </a:r>
          </a:p>
        </p:txBody>
      </p:sp>
      <p:sp>
        <p:nvSpPr>
          <p:cNvPr id="14" name="TextBox 13"/>
          <p:cNvSpPr txBox="1"/>
          <p:nvPr/>
        </p:nvSpPr>
        <p:spPr>
          <a:xfrm>
            <a:off x="4539996" y="2743200"/>
            <a:ext cx="3108960" cy="2743200"/>
          </a:xfrm>
          <a:prstGeom prst="rect">
            <a:avLst/>
          </a:prstGeom>
          <a:noFill/>
        </p:spPr>
        <p:txBody>
          <a:bodyPr wrap="square">
            <a:spAutoFit/>
          </a:bodyPr>
          <a:lstStyle/>
          <a:p>
            <a:pPr>
              <a:spcBef>
                <a:spcPts val="0"/>
              </a:spcBef>
              <a:defRPr sz="1400">
                <a:solidFill>
                  <a:srgbClr val="5A5A5A"/>
                </a:solidFill>
                <a:latin typeface="Tenorite"/>
              </a:defRPr>
            </a:pPr>
            <a:r>
              <a:t>•  Claude agents extract features and descriptions</a:t>
            </a:r>
          </a:p>
          <a:p>
            <a:pPr>
              <a:spcBef>
                <a:spcPts val="800"/>
              </a:spcBef>
              <a:defRPr sz="1400">
                <a:solidFill>
                  <a:srgbClr val="5A5A5A"/>
                </a:solidFill>
                <a:latin typeface="Tenorite"/>
              </a:defRPr>
            </a:pPr>
            <a:r>
              <a:t>•  Azure ML runs classification, detection, clustering</a:t>
            </a:r>
          </a:p>
          <a:p>
            <a:pPr>
              <a:spcBef>
                <a:spcPts val="800"/>
              </a:spcBef>
              <a:defRPr sz="1400">
                <a:solidFill>
                  <a:srgbClr val="5A5A5A"/>
                </a:solidFill>
                <a:latin typeface="Tenorite"/>
              </a:defRPr>
            </a:pPr>
            <a:r>
              <a:t>•  MLflow tracks experiments and model performance</a:t>
            </a:r>
          </a:p>
        </p:txBody>
      </p:sp>
      <p:sp>
        <p:nvSpPr>
          <p:cNvPr id="15" name="Rectangle 14"/>
          <p:cNvSpPr/>
          <p:nvPr/>
        </p:nvSpPr>
        <p:spPr>
          <a:xfrm>
            <a:off x="4357116" y="5669280"/>
            <a:ext cx="3474720" cy="91440"/>
          </a:xfrm>
          <a:prstGeom prst="rect">
            <a:avLst/>
          </a:prstGeom>
          <a:solidFill>
            <a:srgbClr val="00A99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ounded Rectangle 15"/>
          <p:cNvSpPr/>
          <p:nvPr/>
        </p:nvSpPr>
        <p:spPr>
          <a:xfrm>
            <a:off x="8151875" y="2103120"/>
            <a:ext cx="3474720" cy="3657600"/>
          </a:xfrm>
          <a:prstGeom prst="roundRect">
            <a:avLst>
              <a:gd name="adj" fmla="val 5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8151875" y="2103120"/>
            <a:ext cx="3474720" cy="457200"/>
          </a:xfrm>
          <a:prstGeom prst="rect">
            <a:avLst/>
          </a:prstGeom>
          <a:solidFill>
            <a:srgbClr val="00B89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ounded Rectangle 17"/>
          <p:cNvSpPr/>
          <p:nvPr/>
        </p:nvSpPr>
        <p:spPr>
          <a:xfrm>
            <a:off x="8151875" y="2103120"/>
            <a:ext cx="3474720" cy="457200"/>
          </a:xfrm>
          <a:prstGeom prst="roundRect">
            <a:avLst>
              <a:gd name="adj" fmla="val 5000"/>
            </a:avLst>
          </a:prstGeom>
          <a:solidFill>
            <a:srgbClr val="00B89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8151875" y="2176272"/>
            <a:ext cx="3474720" cy="365760"/>
          </a:xfrm>
          <a:prstGeom prst="rect">
            <a:avLst/>
          </a:prstGeom>
          <a:noFill/>
        </p:spPr>
        <p:txBody>
          <a:bodyPr wrap="square">
            <a:spAutoFit/>
          </a:bodyPr>
          <a:lstStyle/>
          <a:p>
            <a:pPr algn="ctr">
              <a:defRPr sz="1800" b="1" i="0">
                <a:solidFill>
                  <a:srgbClr val="FFFFFF"/>
                </a:solidFill>
                <a:latin typeface="Tenorite"/>
              </a:defRPr>
            </a:pPr>
            <a:r>
              <a:t>Outputs</a:t>
            </a:r>
          </a:p>
        </p:txBody>
      </p:sp>
      <p:sp>
        <p:nvSpPr>
          <p:cNvPr id="20" name="TextBox 19"/>
          <p:cNvSpPr txBox="1"/>
          <p:nvPr/>
        </p:nvSpPr>
        <p:spPr>
          <a:xfrm>
            <a:off x="8334755" y="2743200"/>
            <a:ext cx="3108960" cy="2743200"/>
          </a:xfrm>
          <a:prstGeom prst="rect">
            <a:avLst/>
          </a:prstGeom>
          <a:noFill/>
        </p:spPr>
        <p:txBody>
          <a:bodyPr wrap="square">
            <a:spAutoFit/>
          </a:bodyPr>
          <a:lstStyle/>
          <a:p>
            <a:pPr>
              <a:spcBef>
                <a:spcPts val="0"/>
              </a:spcBef>
              <a:defRPr sz="1400">
                <a:solidFill>
                  <a:srgbClr val="5A5A5A"/>
                </a:solidFill>
                <a:latin typeface="Tenorite"/>
              </a:defRPr>
            </a:pPr>
            <a:r>
              <a:t>•  Structured building specs (height, style, roof, facade)</a:t>
            </a:r>
          </a:p>
          <a:p>
            <a:pPr>
              <a:spcBef>
                <a:spcPts val="800"/>
              </a:spcBef>
              <a:defRPr sz="1400">
                <a:solidFill>
                  <a:srgbClr val="5A5A5A"/>
                </a:solidFill>
                <a:latin typeface="Tenorite"/>
              </a:defRPr>
            </a:pPr>
            <a:r>
              <a:t>•  Validated .ldr files ready for building</a:t>
            </a:r>
          </a:p>
          <a:p>
            <a:pPr>
              <a:spcBef>
                <a:spcPts val="800"/>
              </a:spcBef>
              <a:defRPr sz="1400">
                <a:solidFill>
                  <a:srgbClr val="5A5A5A"/>
                </a:solidFill>
                <a:latin typeface="Tenorite"/>
              </a:defRPr>
            </a:pPr>
            <a:r>
              <a:t>•  Deployed endpoints other agents can call</a:t>
            </a:r>
          </a:p>
        </p:txBody>
      </p:sp>
      <p:sp>
        <p:nvSpPr>
          <p:cNvPr id="21" name="Rectangle 20"/>
          <p:cNvSpPr/>
          <p:nvPr/>
        </p:nvSpPr>
        <p:spPr>
          <a:xfrm>
            <a:off x="8151875" y="5669280"/>
            <a:ext cx="3474720" cy="91440"/>
          </a:xfrm>
          <a:prstGeom prst="rect">
            <a:avLst/>
          </a:prstGeom>
          <a:solidFill>
            <a:srgbClr val="00B89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err="1"/>
              <a:t>Claude.Bricks</a:t>
            </a:r>
            <a:r>
              <a:rPr dirty="0"/>
              <a:t> — Four ML Scenarios</a:t>
            </a:r>
          </a:p>
        </p:txBody>
      </p:sp>
      <p:sp>
        <p:nvSpPr>
          <p:cNvPr id="3" name="TextBox 2"/>
          <p:cNvSpPr txBox="1"/>
          <p:nvPr/>
        </p:nvSpPr>
        <p:spPr>
          <a:xfrm>
            <a:off x="457200" y="1417320"/>
            <a:ext cx="11247120" cy="320040"/>
          </a:xfrm>
          <a:prstGeom prst="rect">
            <a:avLst/>
          </a:prstGeom>
          <a:noFill/>
        </p:spPr>
        <p:txBody>
          <a:bodyPr wrap="square">
            <a:spAutoFit/>
          </a:bodyPr>
          <a:lstStyle/>
          <a:p>
            <a:pPr algn="ctr">
              <a:defRPr sz="1400" b="0" i="1">
                <a:solidFill>
                  <a:srgbClr val="9E9E9E"/>
                </a:solidFill>
                <a:latin typeface="Tenorite"/>
              </a:defRPr>
            </a:pPr>
            <a:r>
              <a:t>Each scenario applies Azure ML to LEGO modular building design</a:t>
            </a:r>
          </a:p>
        </p:txBody>
      </p:sp>
      <p:pic>
        <p:nvPicPr>
          <p:cNvPr id="4" name="Picture 3" descr="09-four-scenarios-dashboard-v2-cropped.png"/>
          <p:cNvPicPr>
            <a:picLocks noChangeAspect="1"/>
          </p:cNvPicPr>
          <p:nvPr/>
        </p:nvPicPr>
        <p:blipFill>
          <a:blip r:embed="rId2"/>
          <a:srcRect t="23524" b="8435"/>
          <a:stretch>
            <a:fillRect/>
          </a:stretch>
        </p:blipFill>
        <p:spPr>
          <a:xfrm>
            <a:off x="1157984" y="1737360"/>
            <a:ext cx="9845551" cy="4741795"/>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How the Claude.Bricks Pipeline Works</a:t>
            </a:r>
          </a:p>
        </p:txBody>
      </p:sp>
      <p:sp>
        <p:nvSpPr>
          <p:cNvPr id="3" name="Chevron 2"/>
          <p:cNvSpPr/>
          <p:nvPr/>
        </p:nvSpPr>
        <p:spPr>
          <a:xfrm>
            <a:off x="1088136" y="1645920"/>
            <a:ext cx="2743200" cy="777240"/>
          </a:xfrm>
          <a:prstGeom prst="chevron">
            <a:avLst/>
          </a:prstGeom>
          <a:solidFill>
            <a:srgbClr val="008CB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499616" y="1810512"/>
            <a:ext cx="1920240" cy="502920"/>
          </a:xfrm>
          <a:prstGeom prst="rect">
            <a:avLst/>
          </a:prstGeom>
          <a:noFill/>
        </p:spPr>
        <p:txBody>
          <a:bodyPr wrap="square">
            <a:spAutoFit/>
          </a:bodyPr>
          <a:lstStyle/>
          <a:p>
            <a:pPr algn="ctr">
              <a:defRPr sz="1600" b="1" i="0">
                <a:solidFill>
                  <a:srgbClr val="FFFFFF"/>
                </a:solidFill>
                <a:latin typeface="Tenorite"/>
              </a:defRPr>
            </a:pPr>
            <a:r>
              <a:t>Ingest</a:t>
            </a:r>
          </a:p>
        </p:txBody>
      </p:sp>
      <p:sp>
        <p:nvSpPr>
          <p:cNvPr id="5" name="Rectangle 4"/>
          <p:cNvSpPr/>
          <p:nvPr/>
        </p:nvSpPr>
        <p:spPr>
          <a:xfrm>
            <a:off x="2441448" y="2423160"/>
            <a:ext cx="36576" cy="274320"/>
          </a:xfrm>
          <a:prstGeom prst="rect">
            <a:avLst/>
          </a:prstGeom>
          <a:solidFill>
            <a:srgbClr val="008CB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1179576" y="2743200"/>
            <a:ext cx="2560320" cy="1371600"/>
          </a:xfrm>
          <a:prstGeom prst="roundRect">
            <a:avLst>
              <a:gd name="adj" fmla="val 4000"/>
            </a:avLst>
          </a:prstGeom>
          <a:solidFill>
            <a:srgbClr val="FFFFFF"/>
          </a:solidFill>
          <a:ln w="19050">
            <a:solidFill>
              <a:srgbClr val="008CB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316736" y="2880360"/>
            <a:ext cx="2286000" cy="1097280"/>
          </a:xfrm>
          <a:prstGeom prst="rect">
            <a:avLst/>
          </a:prstGeom>
          <a:noFill/>
        </p:spPr>
        <p:txBody>
          <a:bodyPr wrap="square">
            <a:spAutoFit/>
          </a:bodyPr>
          <a:lstStyle/>
          <a:p>
            <a:pPr algn="ctr">
              <a:defRPr sz="1300" b="0" i="0">
                <a:solidFill>
                  <a:srgbClr val="5A5A5A"/>
                </a:solidFill>
                <a:latin typeface="Tenorite"/>
              </a:defRPr>
            </a:pPr>
            <a:r>
              <a:t>Store images and .ldr files</a:t>
            </a:r>
            <a:br/>
            <a:r>
              <a:t>in blob storage, register</a:t>
            </a:r>
            <a:br/>
            <a:r>
              <a:t>as data assets</a:t>
            </a:r>
          </a:p>
        </p:txBody>
      </p:sp>
      <p:sp>
        <p:nvSpPr>
          <p:cNvPr id="8" name="Chevron 7"/>
          <p:cNvSpPr/>
          <p:nvPr/>
        </p:nvSpPr>
        <p:spPr>
          <a:xfrm>
            <a:off x="3511296" y="1645920"/>
            <a:ext cx="2743200" cy="777240"/>
          </a:xfrm>
          <a:prstGeom prst="chevron">
            <a:avLst/>
          </a:prstGeom>
          <a:solidFill>
            <a:srgbClr val="00A5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3922776" y="1810512"/>
            <a:ext cx="1920240" cy="502920"/>
          </a:xfrm>
          <a:prstGeom prst="rect">
            <a:avLst/>
          </a:prstGeom>
          <a:noFill/>
        </p:spPr>
        <p:txBody>
          <a:bodyPr wrap="square">
            <a:spAutoFit/>
          </a:bodyPr>
          <a:lstStyle/>
          <a:p>
            <a:pPr algn="ctr">
              <a:defRPr sz="1600" b="1" i="0">
                <a:solidFill>
                  <a:srgbClr val="FFFFFF"/>
                </a:solidFill>
                <a:latin typeface="Tenorite"/>
              </a:defRPr>
            </a:pPr>
            <a:r>
              <a:t>Enrich</a:t>
            </a:r>
          </a:p>
        </p:txBody>
      </p:sp>
      <p:sp>
        <p:nvSpPr>
          <p:cNvPr id="10" name="Rectangle 9"/>
          <p:cNvSpPr/>
          <p:nvPr/>
        </p:nvSpPr>
        <p:spPr>
          <a:xfrm>
            <a:off x="4864608" y="2423160"/>
            <a:ext cx="36576" cy="274320"/>
          </a:xfrm>
          <a:prstGeom prst="rect">
            <a:avLst/>
          </a:prstGeom>
          <a:solidFill>
            <a:srgbClr val="00A5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10"/>
          <p:cNvSpPr/>
          <p:nvPr/>
        </p:nvSpPr>
        <p:spPr>
          <a:xfrm>
            <a:off x="3602736" y="2743200"/>
            <a:ext cx="2560320" cy="1371600"/>
          </a:xfrm>
          <a:prstGeom prst="roundRect">
            <a:avLst>
              <a:gd name="adj" fmla="val 4000"/>
            </a:avLst>
          </a:prstGeom>
          <a:solidFill>
            <a:srgbClr val="FFFFFF"/>
          </a:solidFill>
          <a:ln w="19050">
            <a:solidFill>
              <a:srgbClr val="00A5B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739896" y="2880360"/>
            <a:ext cx="2286000" cy="1097280"/>
          </a:xfrm>
          <a:prstGeom prst="rect">
            <a:avLst/>
          </a:prstGeom>
          <a:noFill/>
        </p:spPr>
        <p:txBody>
          <a:bodyPr wrap="square">
            <a:spAutoFit/>
          </a:bodyPr>
          <a:lstStyle/>
          <a:p>
            <a:pPr algn="ctr">
              <a:defRPr sz="1300" b="0" i="0">
                <a:solidFill>
                  <a:srgbClr val="5A5A5A"/>
                </a:solidFill>
                <a:latin typeface="Tenorite"/>
              </a:defRPr>
            </a:pPr>
            <a:r>
              <a:t>Claude agents read raw files,</a:t>
            </a:r>
            <a:br/>
            <a:r>
              <a:t>produce structured metadata</a:t>
            </a:r>
            <a:br/>
            <a:r>
              <a:t>like style and dimensions</a:t>
            </a:r>
          </a:p>
        </p:txBody>
      </p:sp>
      <p:sp>
        <p:nvSpPr>
          <p:cNvPr id="13" name="Chevron 12"/>
          <p:cNvSpPr/>
          <p:nvPr/>
        </p:nvSpPr>
        <p:spPr>
          <a:xfrm>
            <a:off x="5934456" y="1645920"/>
            <a:ext cx="2743200" cy="777240"/>
          </a:xfrm>
          <a:prstGeom prst="chevron">
            <a:avLst/>
          </a:prstGeom>
          <a:solidFill>
            <a:srgbClr val="00A99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345936" y="1810512"/>
            <a:ext cx="1920240" cy="502920"/>
          </a:xfrm>
          <a:prstGeom prst="rect">
            <a:avLst/>
          </a:prstGeom>
          <a:noFill/>
        </p:spPr>
        <p:txBody>
          <a:bodyPr wrap="square">
            <a:spAutoFit/>
          </a:bodyPr>
          <a:lstStyle/>
          <a:p>
            <a:pPr algn="ctr">
              <a:defRPr sz="1600" b="1" i="0">
                <a:solidFill>
                  <a:srgbClr val="FFFFFF"/>
                </a:solidFill>
                <a:latin typeface="Tenorite"/>
              </a:defRPr>
            </a:pPr>
            <a:r>
              <a:t>Train</a:t>
            </a:r>
          </a:p>
        </p:txBody>
      </p:sp>
      <p:sp>
        <p:nvSpPr>
          <p:cNvPr id="15" name="Rectangle 14"/>
          <p:cNvSpPr/>
          <p:nvPr/>
        </p:nvSpPr>
        <p:spPr>
          <a:xfrm>
            <a:off x="7287768" y="2423160"/>
            <a:ext cx="36576" cy="274320"/>
          </a:xfrm>
          <a:prstGeom prst="rect">
            <a:avLst/>
          </a:prstGeom>
          <a:solidFill>
            <a:srgbClr val="00A99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ounded Rectangle 15"/>
          <p:cNvSpPr/>
          <p:nvPr/>
        </p:nvSpPr>
        <p:spPr>
          <a:xfrm>
            <a:off x="6025896" y="2743200"/>
            <a:ext cx="2560320" cy="1371600"/>
          </a:xfrm>
          <a:prstGeom prst="roundRect">
            <a:avLst>
              <a:gd name="adj" fmla="val 4000"/>
            </a:avLst>
          </a:prstGeom>
          <a:solidFill>
            <a:srgbClr val="FFFFFF"/>
          </a:solidFill>
          <a:ln w="19050">
            <a:solidFill>
              <a:srgbClr val="00A99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163056" y="2880360"/>
            <a:ext cx="2286000" cy="1097280"/>
          </a:xfrm>
          <a:prstGeom prst="rect">
            <a:avLst/>
          </a:prstGeom>
          <a:noFill/>
        </p:spPr>
        <p:txBody>
          <a:bodyPr wrap="square">
            <a:spAutoFit/>
          </a:bodyPr>
          <a:lstStyle/>
          <a:p>
            <a:pPr algn="ctr">
              <a:defRPr sz="1300" b="0" i="0">
                <a:solidFill>
                  <a:srgbClr val="5A5A5A"/>
                </a:solidFill>
                <a:latin typeface="Tenorite"/>
              </a:defRPr>
            </a:pPr>
            <a:r>
              <a:t>Azure ML jobs take enriched</a:t>
            </a:r>
            <a:br/>
            <a:r>
              <a:t>data, train models, log</a:t>
            </a:r>
            <a:br/>
            <a:r>
              <a:t>metrics with MLflow</a:t>
            </a:r>
          </a:p>
        </p:txBody>
      </p:sp>
      <p:sp>
        <p:nvSpPr>
          <p:cNvPr id="18" name="Chevron 17"/>
          <p:cNvSpPr/>
          <p:nvPr/>
        </p:nvSpPr>
        <p:spPr>
          <a:xfrm>
            <a:off x="8357616" y="1645920"/>
            <a:ext cx="2743200" cy="777240"/>
          </a:xfrm>
          <a:prstGeom prst="chevron">
            <a:avLst/>
          </a:prstGeom>
          <a:solidFill>
            <a:srgbClr val="00B89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8769096" y="1810512"/>
            <a:ext cx="1920240" cy="502920"/>
          </a:xfrm>
          <a:prstGeom prst="rect">
            <a:avLst/>
          </a:prstGeom>
          <a:noFill/>
        </p:spPr>
        <p:txBody>
          <a:bodyPr wrap="square">
            <a:spAutoFit/>
          </a:bodyPr>
          <a:lstStyle/>
          <a:p>
            <a:pPr algn="ctr">
              <a:defRPr sz="1600" b="1" i="0">
                <a:solidFill>
                  <a:srgbClr val="FFFFFF"/>
                </a:solidFill>
                <a:latin typeface="Tenorite"/>
              </a:defRPr>
            </a:pPr>
            <a:r>
              <a:t>Deploy</a:t>
            </a:r>
          </a:p>
        </p:txBody>
      </p:sp>
      <p:sp>
        <p:nvSpPr>
          <p:cNvPr id="20" name="Rectangle 19"/>
          <p:cNvSpPr/>
          <p:nvPr/>
        </p:nvSpPr>
        <p:spPr>
          <a:xfrm>
            <a:off x="9710928" y="2423160"/>
            <a:ext cx="36576" cy="274320"/>
          </a:xfrm>
          <a:prstGeom prst="rect">
            <a:avLst/>
          </a:prstGeom>
          <a:solidFill>
            <a:srgbClr val="00B89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ounded Rectangle 20"/>
          <p:cNvSpPr/>
          <p:nvPr/>
        </p:nvSpPr>
        <p:spPr>
          <a:xfrm>
            <a:off x="8449056" y="2743200"/>
            <a:ext cx="2560320" cy="1371600"/>
          </a:xfrm>
          <a:prstGeom prst="roundRect">
            <a:avLst>
              <a:gd name="adj" fmla="val 4000"/>
            </a:avLst>
          </a:prstGeom>
          <a:solidFill>
            <a:srgbClr val="FFFFFF"/>
          </a:solidFill>
          <a:ln w="19050">
            <a:solidFill>
              <a:srgbClr val="00B89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8586216" y="2880360"/>
            <a:ext cx="2286000" cy="1097280"/>
          </a:xfrm>
          <a:prstGeom prst="rect">
            <a:avLst/>
          </a:prstGeom>
          <a:noFill/>
        </p:spPr>
        <p:txBody>
          <a:bodyPr wrap="square">
            <a:spAutoFit/>
          </a:bodyPr>
          <a:lstStyle/>
          <a:p>
            <a:pPr algn="ctr">
              <a:defRPr sz="1300" b="0" i="0">
                <a:solidFill>
                  <a:srgbClr val="5A5A5A"/>
                </a:solidFill>
                <a:latin typeface="Tenorite"/>
              </a:defRPr>
            </a:pPr>
            <a:r>
              <a:t>Register models, deploy to</a:t>
            </a:r>
            <a:br/>
            <a:r>
              <a:t>managed online endpoints</a:t>
            </a:r>
            <a:br/>
            <a:r>
              <a:t>for agent consumption</a:t>
            </a:r>
          </a:p>
        </p:txBody>
      </p:sp>
      <p:sp>
        <p:nvSpPr>
          <p:cNvPr id="23" name="Rounded Rectangle 22"/>
          <p:cNvSpPr/>
          <p:nvPr/>
        </p:nvSpPr>
        <p:spPr>
          <a:xfrm>
            <a:off x="548640" y="4480560"/>
            <a:ext cx="11064240" cy="1005840"/>
          </a:xfrm>
          <a:prstGeom prst="roundRect">
            <a:avLst>
              <a:gd name="adj" fmla="val 4000"/>
            </a:avLst>
          </a:prstGeom>
          <a:solidFill>
            <a:srgbClr val="0D21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914400" y="4572000"/>
            <a:ext cx="10332720" cy="320040"/>
          </a:xfrm>
          <a:prstGeom prst="rect">
            <a:avLst/>
          </a:prstGeom>
          <a:noFill/>
        </p:spPr>
        <p:txBody>
          <a:bodyPr wrap="square">
            <a:spAutoFit/>
          </a:bodyPr>
          <a:lstStyle/>
          <a:p>
            <a:pPr algn="l">
              <a:defRPr sz="1500" b="1" i="0">
                <a:solidFill>
                  <a:srgbClr val="F7941D"/>
                </a:solidFill>
                <a:latin typeface="Tenorite"/>
              </a:defRPr>
            </a:pPr>
            <a:r>
              <a:t>Mapping to DP-100:</a:t>
            </a:r>
          </a:p>
        </p:txBody>
      </p:sp>
      <p:sp>
        <p:nvSpPr>
          <p:cNvPr id="25" name="TextBox 24"/>
          <p:cNvSpPr txBox="1"/>
          <p:nvPr/>
        </p:nvSpPr>
        <p:spPr>
          <a:xfrm>
            <a:off x="914400" y="4892040"/>
            <a:ext cx="10332720" cy="502920"/>
          </a:xfrm>
          <a:prstGeom prst="rect">
            <a:avLst/>
          </a:prstGeom>
          <a:noFill/>
        </p:spPr>
        <p:txBody>
          <a:bodyPr wrap="square">
            <a:spAutoFit/>
          </a:bodyPr>
          <a:lstStyle/>
          <a:p>
            <a:pPr algn="l">
              <a:defRPr sz="1400" b="0" i="0">
                <a:solidFill>
                  <a:srgbClr val="FFFFFF"/>
                </a:solidFill>
                <a:latin typeface="Tenorite"/>
              </a:defRPr>
            </a:pPr>
            <a:r>
              <a:t>This pipeline mirrors the exam flow: design a solution, set up your workspace, explore and train, then deploy. Claude is the outer shell; Azure ML is the platform.</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Claude.Bricks Pipeline Flow</a:t>
            </a:r>
          </a:p>
        </p:txBody>
      </p:sp>
      <p:sp>
        <p:nvSpPr>
          <p:cNvPr id="3" name="TextBox 2"/>
          <p:cNvSpPr txBox="1"/>
          <p:nvPr/>
        </p:nvSpPr>
        <p:spPr>
          <a:xfrm>
            <a:off x="457200" y="1417320"/>
            <a:ext cx="11247120" cy="320040"/>
          </a:xfrm>
          <a:prstGeom prst="rect">
            <a:avLst/>
          </a:prstGeom>
          <a:noFill/>
        </p:spPr>
        <p:txBody>
          <a:bodyPr wrap="square">
            <a:spAutoFit/>
          </a:bodyPr>
          <a:lstStyle/>
          <a:p>
            <a:pPr algn="ctr">
              <a:defRPr sz="1400" b="0" i="1">
                <a:solidFill>
                  <a:srgbClr val="9E9E9E"/>
                </a:solidFill>
                <a:latin typeface="Tenorite"/>
              </a:defRPr>
            </a:pPr>
            <a:r>
              <a:t>End-to-end ML pipeline from data ingestion to deployed endpoint</a:t>
            </a:r>
          </a:p>
        </p:txBody>
      </p:sp>
      <p:pic>
        <p:nvPicPr>
          <p:cNvPr id="4" name="Picture 3" descr="02-pipeline-flow-v2-cropped.png"/>
          <p:cNvPicPr>
            <a:picLocks noChangeAspect="1"/>
          </p:cNvPicPr>
          <p:nvPr/>
        </p:nvPicPr>
        <p:blipFill>
          <a:blip r:embed="rId2"/>
          <a:srcRect t="21344" b="12406"/>
          <a:stretch>
            <a:fillRect/>
          </a:stretch>
        </p:blipFill>
        <p:spPr>
          <a:xfrm>
            <a:off x="-38662" y="1851661"/>
            <a:ext cx="12269324" cy="4141946"/>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How Applications Consume Azure ML</a:t>
            </a:r>
          </a:p>
        </p:txBody>
      </p:sp>
      <p:sp>
        <p:nvSpPr>
          <p:cNvPr id="3" name="TextBox 2"/>
          <p:cNvSpPr txBox="1"/>
          <p:nvPr/>
        </p:nvSpPr>
        <p:spPr>
          <a:xfrm>
            <a:off x="548640" y="1463040"/>
            <a:ext cx="10972800" cy="365760"/>
          </a:xfrm>
          <a:prstGeom prst="rect">
            <a:avLst/>
          </a:prstGeom>
          <a:noFill/>
        </p:spPr>
        <p:txBody>
          <a:bodyPr wrap="square">
            <a:spAutoFit/>
          </a:bodyPr>
          <a:lstStyle/>
          <a:p>
            <a:pPr algn="l">
              <a:defRPr sz="1500" b="0" i="1">
                <a:solidFill>
                  <a:srgbClr val="5A5A5A"/>
                </a:solidFill>
                <a:latin typeface="Tenorite"/>
              </a:defRPr>
            </a:pPr>
            <a:r>
              <a:t>Any calling application — Claude.Bricks, a web app, a scheduled script — interacts with Azure ML through three main patterns.</a:t>
            </a:r>
          </a:p>
        </p:txBody>
      </p:sp>
      <p:sp>
        <p:nvSpPr>
          <p:cNvPr id="4" name="Rounded Rectangle 3"/>
          <p:cNvSpPr/>
          <p:nvPr/>
        </p:nvSpPr>
        <p:spPr>
          <a:xfrm>
            <a:off x="562356" y="2103120"/>
            <a:ext cx="3474720" cy="3657600"/>
          </a:xfrm>
          <a:prstGeom prst="roundRect">
            <a:avLst>
              <a:gd name="adj" fmla="val 5000"/>
            </a:avLst>
          </a:prstGeom>
          <a:solidFill>
            <a:srgbClr val="FFFFFF"/>
          </a:solidFill>
          <a:ln w="25400">
            <a:solidFill>
              <a:srgbClr val="008CB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Oval 4"/>
          <p:cNvSpPr/>
          <p:nvPr/>
        </p:nvSpPr>
        <p:spPr>
          <a:xfrm>
            <a:off x="2025396" y="2240279"/>
            <a:ext cx="548640" cy="548640"/>
          </a:xfrm>
          <a:prstGeom prst="ellipse">
            <a:avLst/>
          </a:prstGeom>
          <a:solidFill>
            <a:srgbClr val="008CB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025396" y="2304288"/>
            <a:ext cx="548640" cy="411480"/>
          </a:xfrm>
          <a:prstGeom prst="rect">
            <a:avLst/>
          </a:prstGeom>
          <a:noFill/>
        </p:spPr>
        <p:txBody>
          <a:bodyPr wrap="square">
            <a:spAutoFit/>
          </a:bodyPr>
          <a:lstStyle/>
          <a:p>
            <a:pPr algn="ctr">
              <a:defRPr sz="2200" b="1" i="0">
                <a:solidFill>
                  <a:srgbClr val="FFFFFF"/>
                </a:solidFill>
                <a:latin typeface="Tenorite"/>
              </a:defRPr>
            </a:pPr>
            <a:r>
              <a:t>1</a:t>
            </a:r>
          </a:p>
        </p:txBody>
      </p:sp>
      <p:sp>
        <p:nvSpPr>
          <p:cNvPr id="7" name="TextBox 6"/>
          <p:cNvSpPr txBox="1"/>
          <p:nvPr/>
        </p:nvSpPr>
        <p:spPr>
          <a:xfrm>
            <a:off x="699516" y="2926079"/>
            <a:ext cx="3200400" cy="320040"/>
          </a:xfrm>
          <a:prstGeom prst="rect">
            <a:avLst/>
          </a:prstGeom>
          <a:noFill/>
        </p:spPr>
        <p:txBody>
          <a:bodyPr wrap="square">
            <a:spAutoFit/>
          </a:bodyPr>
          <a:lstStyle/>
          <a:p>
            <a:pPr algn="ctr">
              <a:defRPr sz="1600" b="1" i="0">
                <a:solidFill>
                  <a:srgbClr val="0D2137"/>
                </a:solidFill>
                <a:latin typeface="Tenorite"/>
              </a:defRPr>
            </a:pPr>
            <a:r>
              <a:t>Submit Jobs</a:t>
            </a:r>
          </a:p>
        </p:txBody>
      </p:sp>
      <p:sp>
        <p:nvSpPr>
          <p:cNvPr id="8" name="TextBox 7"/>
          <p:cNvSpPr txBox="1"/>
          <p:nvPr/>
        </p:nvSpPr>
        <p:spPr>
          <a:xfrm>
            <a:off x="699516" y="3246120"/>
            <a:ext cx="3200400" cy="274320"/>
          </a:xfrm>
          <a:prstGeom prst="rect">
            <a:avLst/>
          </a:prstGeom>
          <a:noFill/>
        </p:spPr>
        <p:txBody>
          <a:bodyPr wrap="square">
            <a:spAutoFit/>
          </a:bodyPr>
          <a:lstStyle/>
          <a:p>
            <a:pPr algn="ctr">
              <a:defRPr sz="1300" b="0" i="1">
                <a:solidFill>
                  <a:srgbClr val="008CBA"/>
                </a:solidFill>
                <a:latin typeface="Tenorite"/>
              </a:defRPr>
            </a:pPr>
            <a:r>
              <a:t>Training &amp; Pipelines</a:t>
            </a:r>
          </a:p>
        </p:txBody>
      </p:sp>
      <p:sp>
        <p:nvSpPr>
          <p:cNvPr id="9" name="Rectangle 8"/>
          <p:cNvSpPr/>
          <p:nvPr/>
        </p:nvSpPr>
        <p:spPr>
          <a:xfrm>
            <a:off x="836676" y="3566160"/>
            <a:ext cx="2926079" cy="18288"/>
          </a:xfrm>
          <a:prstGeom prst="rect">
            <a:avLst/>
          </a:prstGeom>
          <a:solidFill>
            <a:srgbClr val="008CB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45236" y="3703320"/>
            <a:ext cx="3108960" cy="1828800"/>
          </a:xfrm>
          <a:prstGeom prst="rect">
            <a:avLst/>
          </a:prstGeom>
          <a:noFill/>
        </p:spPr>
        <p:txBody>
          <a:bodyPr wrap="square">
            <a:spAutoFit/>
          </a:bodyPr>
          <a:lstStyle/>
          <a:p>
            <a:pPr>
              <a:spcBef>
                <a:spcPts val="0"/>
              </a:spcBef>
              <a:defRPr sz="1300">
                <a:solidFill>
                  <a:srgbClr val="5A5A5A"/>
                </a:solidFill>
                <a:latin typeface="Tenorite"/>
              </a:defRPr>
            </a:pPr>
            <a:r>
              <a:t>•  Submit script jobs or pipeline runs via SDK or CLI</a:t>
            </a:r>
          </a:p>
          <a:p>
            <a:pPr>
              <a:spcBef>
                <a:spcPts val="600"/>
              </a:spcBef>
              <a:defRPr sz="1300">
                <a:solidFill>
                  <a:srgbClr val="5A5A5A"/>
                </a:solidFill>
                <a:latin typeface="Tenorite"/>
              </a:defRPr>
            </a:pPr>
            <a:r>
              <a:t>•  Azure ML provisions compute, runs the code, stores outputs</a:t>
            </a:r>
          </a:p>
          <a:p>
            <a:pPr>
              <a:spcBef>
                <a:spcPts val="600"/>
              </a:spcBef>
              <a:defRPr sz="1300">
                <a:solidFill>
                  <a:srgbClr val="5A5A5A"/>
                </a:solidFill>
                <a:latin typeface="Tenorite"/>
              </a:defRPr>
            </a:pPr>
            <a:r>
              <a:t>•  Caller checks job status and retrieves artifacts when done</a:t>
            </a:r>
          </a:p>
        </p:txBody>
      </p:sp>
      <p:sp>
        <p:nvSpPr>
          <p:cNvPr id="11" name="Rectangle 10"/>
          <p:cNvSpPr/>
          <p:nvPr/>
        </p:nvSpPr>
        <p:spPr>
          <a:xfrm>
            <a:off x="562356" y="5669280"/>
            <a:ext cx="3474720" cy="91440"/>
          </a:xfrm>
          <a:prstGeom prst="rect">
            <a:avLst/>
          </a:prstGeom>
          <a:solidFill>
            <a:srgbClr val="008CB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ounded Rectangle 11"/>
          <p:cNvSpPr/>
          <p:nvPr/>
        </p:nvSpPr>
        <p:spPr>
          <a:xfrm>
            <a:off x="4357116" y="2103120"/>
            <a:ext cx="3474720" cy="3657600"/>
          </a:xfrm>
          <a:prstGeom prst="roundRect">
            <a:avLst>
              <a:gd name="adj" fmla="val 5000"/>
            </a:avLst>
          </a:prstGeom>
          <a:solidFill>
            <a:srgbClr val="FFFFFF"/>
          </a:solidFill>
          <a:ln w="25400">
            <a:solidFill>
              <a:srgbClr val="00A5B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Oval 12"/>
          <p:cNvSpPr/>
          <p:nvPr/>
        </p:nvSpPr>
        <p:spPr>
          <a:xfrm>
            <a:off x="5820156" y="2240279"/>
            <a:ext cx="548640" cy="548640"/>
          </a:xfrm>
          <a:prstGeom prst="ellipse">
            <a:avLst/>
          </a:prstGeom>
          <a:solidFill>
            <a:srgbClr val="00A5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5820156" y="2304288"/>
            <a:ext cx="548640" cy="411480"/>
          </a:xfrm>
          <a:prstGeom prst="rect">
            <a:avLst/>
          </a:prstGeom>
          <a:noFill/>
        </p:spPr>
        <p:txBody>
          <a:bodyPr wrap="square">
            <a:spAutoFit/>
          </a:bodyPr>
          <a:lstStyle/>
          <a:p>
            <a:pPr algn="ctr">
              <a:defRPr sz="2200" b="1" i="0">
                <a:solidFill>
                  <a:srgbClr val="FFFFFF"/>
                </a:solidFill>
                <a:latin typeface="Tenorite"/>
              </a:defRPr>
            </a:pPr>
            <a:r>
              <a:t>2</a:t>
            </a:r>
          </a:p>
        </p:txBody>
      </p:sp>
      <p:sp>
        <p:nvSpPr>
          <p:cNvPr id="15" name="TextBox 14"/>
          <p:cNvSpPr txBox="1"/>
          <p:nvPr/>
        </p:nvSpPr>
        <p:spPr>
          <a:xfrm>
            <a:off x="4494276" y="2926079"/>
            <a:ext cx="3200400" cy="320040"/>
          </a:xfrm>
          <a:prstGeom prst="rect">
            <a:avLst/>
          </a:prstGeom>
          <a:noFill/>
        </p:spPr>
        <p:txBody>
          <a:bodyPr wrap="square">
            <a:spAutoFit/>
          </a:bodyPr>
          <a:lstStyle/>
          <a:p>
            <a:pPr algn="ctr">
              <a:defRPr sz="1600" b="1" i="0">
                <a:solidFill>
                  <a:srgbClr val="0D2137"/>
                </a:solidFill>
                <a:latin typeface="Tenorite"/>
              </a:defRPr>
            </a:pPr>
            <a:r>
              <a:t>Call Endpoints</a:t>
            </a:r>
          </a:p>
        </p:txBody>
      </p:sp>
      <p:sp>
        <p:nvSpPr>
          <p:cNvPr id="16" name="TextBox 15"/>
          <p:cNvSpPr txBox="1"/>
          <p:nvPr/>
        </p:nvSpPr>
        <p:spPr>
          <a:xfrm>
            <a:off x="4494276" y="3246120"/>
            <a:ext cx="3200400" cy="274320"/>
          </a:xfrm>
          <a:prstGeom prst="rect">
            <a:avLst/>
          </a:prstGeom>
          <a:noFill/>
        </p:spPr>
        <p:txBody>
          <a:bodyPr wrap="square">
            <a:spAutoFit/>
          </a:bodyPr>
          <a:lstStyle/>
          <a:p>
            <a:pPr algn="ctr">
              <a:defRPr sz="1300" b="0" i="1">
                <a:solidFill>
                  <a:srgbClr val="00A5BD"/>
                </a:solidFill>
                <a:latin typeface="Tenorite"/>
              </a:defRPr>
            </a:pPr>
            <a:r>
              <a:t>Real-Time &amp; Batch Inference</a:t>
            </a:r>
          </a:p>
        </p:txBody>
      </p:sp>
      <p:sp>
        <p:nvSpPr>
          <p:cNvPr id="17" name="Rectangle 16"/>
          <p:cNvSpPr/>
          <p:nvPr/>
        </p:nvSpPr>
        <p:spPr>
          <a:xfrm>
            <a:off x="4631436" y="3566160"/>
            <a:ext cx="2926079" cy="18288"/>
          </a:xfrm>
          <a:prstGeom prst="rect">
            <a:avLst/>
          </a:prstGeom>
          <a:solidFill>
            <a:srgbClr val="00A5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4539996" y="3703320"/>
            <a:ext cx="3108960" cy="1828800"/>
          </a:xfrm>
          <a:prstGeom prst="rect">
            <a:avLst/>
          </a:prstGeom>
          <a:noFill/>
        </p:spPr>
        <p:txBody>
          <a:bodyPr wrap="square">
            <a:spAutoFit/>
          </a:bodyPr>
          <a:lstStyle/>
          <a:p>
            <a:pPr>
              <a:spcBef>
                <a:spcPts val="0"/>
              </a:spcBef>
              <a:defRPr sz="1300">
                <a:solidFill>
                  <a:srgbClr val="5A5A5A"/>
                </a:solidFill>
                <a:latin typeface="Tenorite"/>
              </a:defRPr>
            </a:pPr>
            <a:r>
              <a:t>•  Send HTTP requests to managed online endpoints</a:t>
            </a:r>
          </a:p>
          <a:p>
            <a:pPr>
              <a:spcBef>
                <a:spcPts val="600"/>
              </a:spcBef>
              <a:defRPr sz="1300">
                <a:solidFill>
                  <a:srgbClr val="5A5A5A"/>
                </a:solidFill>
                <a:latin typeface="Tenorite"/>
              </a:defRPr>
            </a:pPr>
            <a:r>
              <a:t>•  Endpoints handle scaling, authentication, and traffic splitting</a:t>
            </a:r>
          </a:p>
          <a:p>
            <a:pPr>
              <a:spcBef>
                <a:spcPts val="600"/>
              </a:spcBef>
              <a:defRPr sz="1300">
                <a:solidFill>
                  <a:srgbClr val="5A5A5A"/>
                </a:solidFill>
                <a:latin typeface="Tenorite"/>
              </a:defRPr>
            </a:pPr>
            <a:r>
              <a:t>•  Batch endpoints process large datasets asynchronously</a:t>
            </a:r>
          </a:p>
        </p:txBody>
      </p:sp>
      <p:sp>
        <p:nvSpPr>
          <p:cNvPr id="19" name="Rectangle 18"/>
          <p:cNvSpPr/>
          <p:nvPr/>
        </p:nvSpPr>
        <p:spPr>
          <a:xfrm>
            <a:off x="4357116" y="5669280"/>
            <a:ext cx="3474720" cy="91440"/>
          </a:xfrm>
          <a:prstGeom prst="rect">
            <a:avLst/>
          </a:prstGeom>
          <a:solidFill>
            <a:srgbClr val="00A5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ounded Rectangle 19"/>
          <p:cNvSpPr/>
          <p:nvPr/>
        </p:nvSpPr>
        <p:spPr>
          <a:xfrm>
            <a:off x="8151875" y="2103120"/>
            <a:ext cx="3474720" cy="3657600"/>
          </a:xfrm>
          <a:prstGeom prst="roundRect">
            <a:avLst>
              <a:gd name="adj" fmla="val 5000"/>
            </a:avLst>
          </a:prstGeom>
          <a:solidFill>
            <a:srgbClr val="FFFFFF"/>
          </a:solidFill>
          <a:ln w="25400">
            <a:solidFill>
              <a:srgbClr val="00A99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Oval 20"/>
          <p:cNvSpPr/>
          <p:nvPr/>
        </p:nvSpPr>
        <p:spPr>
          <a:xfrm>
            <a:off x="9614915" y="2240279"/>
            <a:ext cx="548640" cy="548640"/>
          </a:xfrm>
          <a:prstGeom prst="ellipse">
            <a:avLst/>
          </a:prstGeom>
          <a:solidFill>
            <a:srgbClr val="00A99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9614915" y="2304288"/>
            <a:ext cx="548640" cy="411480"/>
          </a:xfrm>
          <a:prstGeom prst="rect">
            <a:avLst/>
          </a:prstGeom>
          <a:noFill/>
        </p:spPr>
        <p:txBody>
          <a:bodyPr wrap="square">
            <a:spAutoFit/>
          </a:bodyPr>
          <a:lstStyle/>
          <a:p>
            <a:pPr algn="ctr">
              <a:defRPr sz="2200" b="1" i="0">
                <a:solidFill>
                  <a:srgbClr val="FFFFFF"/>
                </a:solidFill>
                <a:latin typeface="Tenorite"/>
              </a:defRPr>
            </a:pPr>
            <a:r>
              <a:t>3</a:t>
            </a:r>
          </a:p>
        </p:txBody>
      </p:sp>
      <p:sp>
        <p:nvSpPr>
          <p:cNvPr id="23" name="TextBox 22"/>
          <p:cNvSpPr txBox="1"/>
          <p:nvPr/>
        </p:nvSpPr>
        <p:spPr>
          <a:xfrm>
            <a:off x="8289036" y="2926079"/>
            <a:ext cx="3200400" cy="320040"/>
          </a:xfrm>
          <a:prstGeom prst="rect">
            <a:avLst/>
          </a:prstGeom>
          <a:noFill/>
        </p:spPr>
        <p:txBody>
          <a:bodyPr wrap="square">
            <a:spAutoFit/>
          </a:bodyPr>
          <a:lstStyle/>
          <a:p>
            <a:pPr algn="ctr">
              <a:defRPr sz="1600" b="1" i="0">
                <a:solidFill>
                  <a:srgbClr val="0D2137"/>
                </a:solidFill>
                <a:latin typeface="Tenorite"/>
              </a:defRPr>
            </a:pPr>
            <a:r>
              <a:t>Track &amp; Query</a:t>
            </a:r>
          </a:p>
        </p:txBody>
      </p:sp>
      <p:sp>
        <p:nvSpPr>
          <p:cNvPr id="24" name="TextBox 23"/>
          <p:cNvSpPr txBox="1"/>
          <p:nvPr/>
        </p:nvSpPr>
        <p:spPr>
          <a:xfrm>
            <a:off x="8289036" y="3246120"/>
            <a:ext cx="3200400" cy="274320"/>
          </a:xfrm>
          <a:prstGeom prst="rect">
            <a:avLst/>
          </a:prstGeom>
          <a:noFill/>
        </p:spPr>
        <p:txBody>
          <a:bodyPr wrap="square">
            <a:spAutoFit/>
          </a:bodyPr>
          <a:lstStyle/>
          <a:p>
            <a:pPr algn="ctr">
              <a:defRPr sz="1300" b="0" i="1">
                <a:solidFill>
                  <a:srgbClr val="00A99D"/>
                </a:solidFill>
                <a:latin typeface="Tenorite"/>
              </a:defRPr>
            </a:pPr>
            <a:r>
              <a:t>MLflow, Registry, &amp; Monitoring</a:t>
            </a:r>
          </a:p>
        </p:txBody>
      </p:sp>
      <p:sp>
        <p:nvSpPr>
          <p:cNvPr id="25" name="Rectangle 24"/>
          <p:cNvSpPr/>
          <p:nvPr/>
        </p:nvSpPr>
        <p:spPr>
          <a:xfrm>
            <a:off x="8426196" y="3566160"/>
            <a:ext cx="2926079" cy="18288"/>
          </a:xfrm>
          <a:prstGeom prst="rect">
            <a:avLst/>
          </a:prstGeom>
          <a:solidFill>
            <a:srgbClr val="00A99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8334755" y="3703320"/>
            <a:ext cx="3108960" cy="1828800"/>
          </a:xfrm>
          <a:prstGeom prst="rect">
            <a:avLst/>
          </a:prstGeom>
          <a:noFill/>
        </p:spPr>
        <p:txBody>
          <a:bodyPr wrap="square">
            <a:spAutoFit/>
          </a:bodyPr>
          <a:lstStyle/>
          <a:p>
            <a:pPr>
              <a:spcBef>
                <a:spcPts val="0"/>
              </a:spcBef>
              <a:defRPr sz="1300">
                <a:solidFill>
                  <a:srgbClr val="5A5A5A"/>
                </a:solidFill>
                <a:latin typeface="Tenorite"/>
              </a:defRPr>
            </a:pPr>
            <a:r>
              <a:t>•  Log metrics, parameters, and artifacts during training runs</a:t>
            </a:r>
          </a:p>
          <a:p>
            <a:pPr>
              <a:spcBef>
                <a:spcPts val="600"/>
              </a:spcBef>
              <a:defRPr sz="1300">
                <a:solidFill>
                  <a:srgbClr val="5A5A5A"/>
                </a:solidFill>
                <a:latin typeface="Tenorite"/>
              </a:defRPr>
            </a:pPr>
            <a:r>
              <a:t>•  Query the model registry for versions, lineage, and metadata</a:t>
            </a:r>
          </a:p>
          <a:p>
            <a:pPr>
              <a:spcBef>
                <a:spcPts val="600"/>
              </a:spcBef>
              <a:defRPr sz="1300">
                <a:solidFill>
                  <a:srgbClr val="5A5A5A"/>
                </a:solidFill>
                <a:latin typeface="Tenorite"/>
              </a:defRPr>
            </a:pPr>
            <a:r>
              <a:t>•  Monitor endpoint health and data drift over time</a:t>
            </a:r>
          </a:p>
        </p:txBody>
      </p:sp>
      <p:sp>
        <p:nvSpPr>
          <p:cNvPr id="27" name="Rectangle 26"/>
          <p:cNvSpPr/>
          <p:nvPr/>
        </p:nvSpPr>
        <p:spPr>
          <a:xfrm>
            <a:off x="8151875" y="5669280"/>
            <a:ext cx="3474720" cy="91440"/>
          </a:xfrm>
          <a:prstGeom prst="rect">
            <a:avLst/>
          </a:prstGeom>
          <a:solidFill>
            <a:srgbClr val="00A99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ounded Rectangle 27"/>
          <p:cNvSpPr/>
          <p:nvPr/>
        </p:nvSpPr>
        <p:spPr>
          <a:xfrm>
            <a:off x="548640" y="6035039"/>
            <a:ext cx="11064240" cy="630079"/>
          </a:xfrm>
          <a:prstGeom prst="roundRect">
            <a:avLst>
              <a:gd name="adj" fmla="val 4000"/>
            </a:avLst>
          </a:prstGeom>
          <a:solidFill>
            <a:srgbClr val="0D21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822960" y="6108192"/>
            <a:ext cx="10515600" cy="365760"/>
          </a:xfrm>
          <a:prstGeom prst="rect">
            <a:avLst/>
          </a:prstGeom>
          <a:noFill/>
        </p:spPr>
        <p:txBody>
          <a:bodyPr wrap="square">
            <a:spAutoFit/>
          </a:bodyPr>
          <a:lstStyle/>
          <a:p>
            <a:pPr algn="l">
              <a:defRPr sz="1400" b="0" i="1">
                <a:solidFill>
                  <a:srgbClr val="F7941D"/>
                </a:solidFill>
                <a:latin typeface="Tenorite"/>
              </a:defRPr>
            </a:pPr>
            <a:r>
              <a:rPr dirty="0"/>
              <a:t>Exam: understand when to use jobs vs endpoints, how </a:t>
            </a:r>
            <a:r>
              <a:rPr dirty="0" err="1"/>
              <a:t>MLflow</a:t>
            </a:r>
            <a:r>
              <a:rPr dirty="0"/>
              <a:t> integrates with the workspace, and how external applications authenticate to Azure ML.</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Scenario 1: Image Classification for Facade Style</a:t>
            </a:r>
          </a:p>
        </p:txBody>
      </p:sp>
      <p:sp>
        <p:nvSpPr>
          <p:cNvPr id="3" name="Rounded Rectangle 2"/>
          <p:cNvSpPr/>
          <p:nvPr/>
        </p:nvSpPr>
        <p:spPr>
          <a:xfrm>
            <a:off x="548640" y="1554480"/>
            <a:ext cx="6949440" cy="4389120"/>
          </a:xfrm>
          <a:prstGeom prst="roundRect">
            <a:avLst>
              <a:gd name="adj" fmla="val 4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548640" y="1554480"/>
            <a:ext cx="109728" cy="4389120"/>
          </a:xfrm>
          <a:prstGeom prst="rect">
            <a:avLst/>
          </a:prstGeom>
          <a:solidFill>
            <a:srgbClr val="008CB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68680" y="1691639"/>
            <a:ext cx="6492240" cy="320040"/>
          </a:xfrm>
          <a:prstGeom prst="rect">
            <a:avLst/>
          </a:prstGeom>
          <a:noFill/>
        </p:spPr>
        <p:txBody>
          <a:bodyPr wrap="square">
            <a:spAutoFit/>
          </a:bodyPr>
          <a:lstStyle/>
          <a:p>
            <a:pPr algn="l">
              <a:defRPr sz="1600" b="1" i="0">
                <a:solidFill>
                  <a:srgbClr val="008CBA"/>
                </a:solidFill>
                <a:latin typeface="Tenorite"/>
              </a:defRPr>
            </a:pPr>
            <a:r>
              <a:t>Goal</a:t>
            </a:r>
          </a:p>
        </p:txBody>
      </p:sp>
      <p:sp>
        <p:nvSpPr>
          <p:cNvPr id="6" name="TextBox 5"/>
          <p:cNvSpPr txBox="1"/>
          <p:nvPr/>
        </p:nvSpPr>
        <p:spPr>
          <a:xfrm>
            <a:off x="868680" y="2011680"/>
            <a:ext cx="6492240" cy="365760"/>
          </a:xfrm>
          <a:prstGeom prst="rect">
            <a:avLst/>
          </a:prstGeom>
          <a:noFill/>
        </p:spPr>
        <p:txBody>
          <a:bodyPr wrap="square">
            <a:spAutoFit/>
          </a:bodyPr>
          <a:lstStyle/>
          <a:p>
            <a:pPr algn="l">
              <a:defRPr sz="1400" b="0" i="0">
                <a:solidFill>
                  <a:srgbClr val="5A5A5A"/>
                </a:solidFill>
                <a:latin typeface="Tenorite"/>
              </a:defRPr>
            </a:pPr>
            <a:r>
              <a:t>Map street photos to a limited set of LEGO-friendly facade styles (historic, modern, industrial, etc.)</a:t>
            </a:r>
          </a:p>
        </p:txBody>
      </p:sp>
      <p:sp>
        <p:nvSpPr>
          <p:cNvPr id="7" name="TextBox 6"/>
          <p:cNvSpPr txBox="1"/>
          <p:nvPr/>
        </p:nvSpPr>
        <p:spPr>
          <a:xfrm>
            <a:off x="868680" y="2514600"/>
            <a:ext cx="6492240" cy="320040"/>
          </a:xfrm>
          <a:prstGeom prst="rect">
            <a:avLst/>
          </a:prstGeom>
          <a:noFill/>
        </p:spPr>
        <p:txBody>
          <a:bodyPr wrap="square">
            <a:spAutoFit/>
          </a:bodyPr>
          <a:lstStyle/>
          <a:p>
            <a:pPr algn="l">
              <a:defRPr sz="1600" b="1" i="0">
                <a:solidFill>
                  <a:srgbClr val="008CBA"/>
                </a:solidFill>
                <a:latin typeface="Tenorite"/>
              </a:defRPr>
            </a:pPr>
            <a:r>
              <a:t>Approach in Azure ML</a:t>
            </a:r>
          </a:p>
        </p:txBody>
      </p:sp>
      <p:sp>
        <p:nvSpPr>
          <p:cNvPr id="8" name="TextBox 7"/>
          <p:cNvSpPr txBox="1"/>
          <p:nvPr/>
        </p:nvSpPr>
        <p:spPr>
          <a:xfrm>
            <a:off x="868680" y="2834639"/>
            <a:ext cx="6492240" cy="2286000"/>
          </a:xfrm>
          <a:prstGeom prst="rect">
            <a:avLst/>
          </a:prstGeom>
          <a:noFill/>
        </p:spPr>
        <p:txBody>
          <a:bodyPr wrap="square">
            <a:spAutoFit/>
          </a:bodyPr>
          <a:lstStyle/>
          <a:p>
            <a:pPr>
              <a:spcBef>
                <a:spcPts val="0"/>
              </a:spcBef>
              <a:defRPr sz="1400">
                <a:solidFill>
                  <a:srgbClr val="5A5A5A"/>
                </a:solidFill>
                <a:latin typeface="Tenorite"/>
              </a:defRPr>
            </a:pPr>
            <a:r>
              <a:t>•  Prepare labeled image dataset with facade style categories</a:t>
            </a:r>
          </a:p>
          <a:p>
            <a:pPr>
              <a:spcBef>
                <a:spcPts val="600"/>
              </a:spcBef>
              <a:defRPr sz="1400">
                <a:solidFill>
                  <a:srgbClr val="5A5A5A"/>
                </a:solidFill>
                <a:latin typeface="Tenorite"/>
              </a:defRPr>
            </a:pPr>
            <a:r>
              <a:t>•  Run computer vision model via custom training or AutoML</a:t>
            </a:r>
          </a:p>
          <a:p>
            <a:pPr>
              <a:spcBef>
                <a:spcPts val="600"/>
              </a:spcBef>
              <a:defRPr sz="1400">
                <a:solidFill>
                  <a:srgbClr val="5A5A5A"/>
                </a:solidFill>
                <a:latin typeface="Tenorite"/>
              </a:defRPr>
            </a:pPr>
            <a:r>
              <a:t>•  Track metrics with MLflow, select the best model</a:t>
            </a:r>
          </a:p>
          <a:p>
            <a:pPr>
              <a:spcBef>
                <a:spcPts val="600"/>
              </a:spcBef>
              <a:defRPr sz="1400">
                <a:solidFill>
                  <a:srgbClr val="5A5A5A"/>
                </a:solidFill>
                <a:latin typeface="Tenorite"/>
              </a:defRPr>
            </a:pPr>
            <a:r>
              <a:t>•  Deploy as a managed online endpoint for inference</a:t>
            </a:r>
          </a:p>
        </p:txBody>
      </p:sp>
      <p:sp>
        <p:nvSpPr>
          <p:cNvPr id="9" name="Rounded Rectangle 8"/>
          <p:cNvSpPr/>
          <p:nvPr/>
        </p:nvSpPr>
        <p:spPr>
          <a:xfrm>
            <a:off x="7863840" y="1554480"/>
            <a:ext cx="3749039" cy="4389120"/>
          </a:xfrm>
          <a:prstGeom prst="roundRect">
            <a:avLst>
              <a:gd name="adj" fmla="val 4000"/>
            </a:avLst>
          </a:prstGeom>
          <a:solidFill>
            <a:srgbClr val="0D21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046719" y="1737360"/>
            <a:ext cx="3383279" cy="320040"/>
          </a:xfrm>
          <a:prstGeom prst="rect">
            <a:avLst/>
          </a:prstGeom>
          <a:noFill/>
        </p:spPr>
        <p:txBody>
          <a:bodyPr wrap="square">
            <a:spAutoFit/>
          </a:bodyPr>
          <a:lstStyle/>
          <a:p>
            <a:pPr algn="l">
              <a:defRPr sz="1600" b="1" i="0">
                <a:solidFill>
                  <a:srgbClr val="F7941D"/>
                </a:solidFill>
                <a:latin typeface="Tenorite"/>
              </a:defRPr>
            </a:pPr>
            <a:r>
              <a:t>Azure Resources</a:t>
            </a:r>
          </a:p>
        </p:txBody>
      </p:sp>
      <p:sp>
        <p:nvSpPr>
          <p:cNvPr id="11" name="Rectangle 10"/>
          <p:cNvSpPr/>
          <p:nvPr/>
        </p:nvSpPr>
        <p:spPr>
          <a:xfrm>
            <a:off x="8046719" y="2103120"/>
            <a:ext cx="1371600" cy="27432"/>
          </a:xfrm>
          <a:prstGeom prst="rect">
            <a:avLst/>
          </a:prstGeom>
          <a:solidFill>
            <a:srgbClr val="F794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046719" y="2286000"/>
            <a:ext cx="3383279" cy="3200400"/>
          </a:xfrm>
          <a:prstGeom prst="rect">
            <a:avLst/>
          </a:prstGeom>
          <a:noFill/>
        </p:spPr>
        <p:txBody>
          <a:bodyPr wrap="square">
            <a:spAutoFit/>
          </a:bodyPr>
          <a:lstStyle/>
          <a:p>
            <a:pPr>
              <a:spcBef>
                <a:spcPts val="0"/>
              </a:spcBef>
              <a:defRPr sz="1400">
                <a:solidFill>
                  <a:srgbClr val="FFFFFF"/>
                </a:solidFill>
                <a:latin typeface="Tenorite"/>
              </a:defRPr>
            </a:pPr>
            <a:r>
              <a:t>•  Azure ML workspace</a:t>
            </a:r>
          </a:p>
          <a:p>
            <a:pPr>
              <a:spcBef>
                <a:spcPts val="800"/>
              </a:spcBef>
              <a:defRPr sz="1400">
                <a:solidFill>
                  <a:srgbClr val="FFFFFF"/>
                </a:solidFill>
                <a:latin typeface="Tenorite"/>
              </a:defRPr>
            </a:pPr>
            <a:r>
              <a:t>•  Compute cluster</a:t>
            </a:r>
          </a:p>
          <a:p>
            <a:pPr>
              <a:spcBef>
                <a:spcPts val="800"/>
              </a:spcBef>
              <a:defRPr sz="1400">
                <a:solidFill>
                  <a:srgbClr val="FFFFFF"/>
                </a:solidFill>
                <a:latin typeface="Tenorite"/>
              </a:defRPr>
            </a:pPr>
            <a:r>
              <a:t>•  Blob storage + datastores</a:t>
            </a:r>
          </a:p>
          <a:p>
            <a:pPr>
              <a:spcBef>
                <a:spcPts val="800"/>
              </a:spcBef>
              <a:defRPr sz="1400">
                <a:solidFill>
                  <a:srgbClr val="FFFFFF"/>
                </a:solidFill>
                <a:latin typeface="Tenorite"/>
              </a:defRPr>
            </a:pPr>
            <a:r>
              <a:t>•  Data assets (images)</a:t>
            </a:r>
          </a:p>
          <a:p>
            <a:pPr>
              <a:spcBef>
                <a:spcPts val="800"/>
              </a:spcBef>
              <a:defRPr sz="1400">
                <a:solidFill>
                  <a:srgbClr val="FFFFFF"/>
                </a:solidFill>
                <a:latin typeface="Tenorite"/>
              </a:defRPr>
            </a:pPr>
            <a:r>
              <a:t>•  Managed online endpoint</a:t>
            </a:r>
          </a:p>
          <a:p>
            <a:pPr>
              <a:spcBef>
                <a:spcPts val="800"/>
              </a:spcBef>
              <a:defRPr sz="1400">
                <a:solidFill>
                  <a:srgbClr val="FFFFFF"/>
                </a:solidFill>
                <a:latin typeface="Tenorite"/>
              </a:defRPr>
            </a:pPr>
            <a:r>
              <a:t>•  MLflow experiment tracking</a:t>
            </a:r>
          </a:p>
        </p:txBody>
      </p:sp>
      <p:sp>
        <p:nvSpPr>
          <p:cNvPr id="13" name="Rounded Rectangle 12"/>
          <p:cNvSpPr/>
          <p:nvPr/>
        </p:nvSpPr>
        <p:spPr>
          <a:xfrm>
            <a:off x="8046719" y="5029200"/>
            <a:ext cx="3383279" cy="685800"/>
          </a:xfrm>
          <a:prstGeom prst="roundRect">
            <a:avLst>
              <a:gd name="adj" fmla="val 8000"/>
            </a:avLst>
          </a:prstGeom>
          <a:solidFill>
            <a:srgbClr val="008CB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183879" y="5120640"/>
            <a:ext cx="3108959" cy="502920"/>
          </a:xfrm>
          <a:prstGeom prst="rect">
            <a:avLst/>
          </a:prstGeom>
          <a:noFill/>
        </p:spPr>
        <p:txBody>
          <a:bodyPr wrap="square">
            <a:spAutoFit/>
          </a:bodyPr>
          <a:lstStyle/>
          <a:p>
            <a:pPr algn="ctr">
              <a:defRPr sz="1300" b="0" i="1">
                <a:solidFill>
                  <a:srgbClr val="FFFFFF"/>
                </a:solidFill>
                <a:latin typeface="Tenorite"/>
              </a:defRPr>
            </a:pPr>
            <a:r>
              <a:t>Exam: compute choice, experiment tracking, real-time deployment</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Scenario 1: Image Classification Lifecycle</a:t>
            </a:r>
          </a:p>
        </p:txBody>
      </p:sp>
      <p:sp>
        <p:nvSpPr>
          <p:cNvPr id="3" name="TextBox 2"/>
          <p:cNvSpPr txBox="1"/>
          <p:nvPr/>
        </p:nvSpPr>
        <p:spPr>
          <a:xfrm>
            <a:off x="457200" y="1417320"/>
            <a:ext cx="11247120" cy="320040"/>
          </a:xfrm>
          <a:prstGeom prst="rect">
            <a:avLst/>
          </a:prstGeom>
          <a:noFill/>
        </p:spPr>
        <p:txBody>
          <a:bodyPr wrap="square">
            <a:spAutoFit/>
          </a:bodyPr>
          <a:lstStyle/>
          <a:p>
            <a:pPr algn="ctr">
              <a:defRPr sz="1400" b="0" i="1">
                <a:solidFill>
                  <a:srgbClr val="9E9E9E"/>
                </a:solidFill>
                <a:latin typeface="Tenorite"/>
              </a:defRPr>
            </a:pPr>
            <a:r>
              <a:t>End-to-end ML pipeline from raw photos to real-time inference</a:t>
            </a:r>
          </a:p>
        </p:txBody>
      </p:sp>
      <p:pic>
        <p:nvPicPr>
          <p:cNvPr id="4" name="Picture 3" descr="04-image-classification-lifecycle-v2-cropped.png"/>
          <p:cNvPicPr>
            <a:picLocks noChangeAspect="1"/>
          </p:cNvPicPr>
          <p:nvPr/>
        </p:nvPicPr>
        <p:blipFill>
          <a:blip r:embed="rId2"/>
          <a:srcRect l="27671" t="23517" r="27686"/>
          <a:stretch>
            <a:fillRect/>
          </a:stretch>
        </p:blipFill>
        <p:spPr>
          <a:xfrm>
            <a:off x="602700" y="1951672"/>
            <a:ext cx="10986599" cy="4227671"/>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Scenario 2: Anomaly Detection for .ldr Validation</a:t>
            </a:r>
          </a:p>
        </p:txBody>
      </p:sp>
      <p:sp>
        <p:nvSpPr>
          <p:cNvPr id="3" name="TextBox 2"/>
          <p:cNvSpPr txBox="1"/>
          <p:nvPr/>
        </p:nvSpPr>
        <p:spPr>
          <a:xfrm>
            <a:off x="548640" y="1463040"/>
            <a:ext cx="10972800" cy="365760"/>
          </a:xfrm>
          <a:prstGeom prst="rect">
            <a:avLst/>
          </a:prstGeom>
          <a:noFill/>
        </p:spPr>
        <p:txBody>
          <a:bodyPr wrap="square">
            <a:spAutoFit/>
          </a:bodyPr>
          <a:lstStyle/>
          <a:p>
            <a:pPr algn="l">
              <a:defRPr sz="1500" b="1" i="0">
                <a:solidFill>
                  <a:srgbClr val="0D2137"/>
                </a:solidFill>
                <a:latin typeface="Tenorite"/>
              </a:defRPr>
            </a:pPr>
            <a:r>
              <a:t>Goal: Flag unusual or unsafe LEGO structures in .ldr files</a:t>
            </a:r>
          </a:p>
        </p:txBody>
      </p:sp>
      <p:sp>
        <p:nvSpPr>
          <p:cNvPr id="4" name="Rounded Rectangle 3"/>
          <p:cNvSpPr/>
          <p:nvPr/>
        </p:nvSpPr>
        <p:spPr>
          <a:xfrm>
            <a:off x="548640" y="2103120"/>
            <a:ext cx="5486400" cy="731520"/>
          </a:xfrm>
          <a:prstGeom prst="roundRect">
            <a:avLst>
              <a:gd name="adj" fmla="val 3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548640" y="2103120"/>
            <a:ext cx="109728" cy="731520"/>
          </a:xfrm>
          <a:prstGeom prst="rect">
            <a:avLst/>
          </a:prstGeom>
          <a:solidFill>
            <a:srgbClr val="008CB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68680" y="2176272"/>
            <a:ext cx="2011680" cy="274320"/>
          </a:xfrm>
          <a:prstGeom prst="rect">
            <a:avLst/>
          </a:prstGeom>
          <a:noFill/>
        </p:spPr>
        <p:txBody>
          <a:bodyPr wrap="square">
            <a:spAutoFit/>
          </a:bodyPr>
          <a:lstStyle/>
          <a:p>
            <a:pPr algn="l">
              <a:defRPr sz="1500" b="1" i="0">
                <a:solidFill>
                  <a:srgbClr val="008CBA"/>
                </a:solidFill>
                <a:latin typeface="Tenorite"/>
              </a:defRPr>
            </a:pPr>
            <a:r>
              <a:t>Overhang Ratio</a:t>
            </a:r>
          </a:p>
        </p:txBody>
      </p:sp>
      <p:sp>
        <p:nvSpPr>
          <p:cNvPr id="7" name="TextBox 6"/>
          <p:cNvSpPr txBox="1"/>
          <p:nvPr/>
        </p:nvSpPr>
        <p:spPr>
          <a:xfrm>
            <a:off x="868680" y="2450591"/>
            <a:ext cx="5029200" cy="320040"/>
          </a:xfrm>
          <a:prstGeom prst="rect">
            <a:avLst/>
          </a:prstGeom>
          <a:noFill/>
        </p:spPr>
        <p:txBody>
          <a:bodyPr wrap="square">
            <a:spAutoFit/>
          </a:bodyPr>
          <a:lstStyle/>
          <a:p>
            <a:pPr algn="l">
              <a:defRPr sz="1300" b="0" i="0">
                <a:solidFill>
                  <a:srgbClr val="5A5A5A"/>
                </a:solidFill>
                <a:latin typeface="Tenorite"/>
              </a:defRPr>
            </a:pPr>
            <a:r>
              <a:t>Number and size of unsupported overhangs relative to footprint</a:t>
            </a:r>
          </a:p>
        </p:txBody>
      </p:sp>
      <p:sp>
        <p:nvSpPr>
          <p:cNvPr id="8" name="Rounded Rectangle 7"/>
          <p:cNvSpPr/>
          <p:nvPr/>
        </p:nvSpPr>
        <p:spPr>
          <a:xfrm>
            <a:off x="548640" y="2944368"/>
            <a:ext cx="5486400" cy="731520"/>
          </a:xfrm>
          <a:prstGeom prst="roundRect">
            <a:avLst>
              <a:gd name="adj" fmla="val 3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548640" y="2944368"/>
            <a:ext cx="109728" cy="731520"/>
          </a:xfrm>
          <a:prstGeom prst="rect">
            <a:avLst/>
          </a:prstGeom>
          <a:solidFill>
            <a:srgbClr val="00A5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68680" y="3017520"/>
            <a:ext cx="2011680" cy="274320"/>
          </a:xfrm>
          <a:prstGeom prst="rect">
            <a:avLst/>
          </a:prstGeom>
          <a:noFill/>
        </p:spPr>
        <p:txBody>
          <a:bodyPr wrap="square">
            <a:spAutoFit/>
          </a:bodyPr>
          <a:lstStyle/>
          <a:p>
            <a:pPr algn="l">
              <a:defRPr sz="1500" b="1" i="0">
                <a:solidFill>
                  <a:srgbClr val="00A5BD"/>
                </a:solidFill>
                <a:latin typeface="Tenorite"/>
              </a:defRPr>
            </a:pPr>
            <a:r>
              <a:t>Collision Count</a:t>
            </a:r>
          </a:p>
        </p:txBody>
      </p:sp>
      <p:sp>
        <p:nvSpPr>
          <p:cNvPr id="11" name="TextBox 10"/>
          <p:cNvSpPr txBox="1"/>
          <p:nvPr/>
        </p:nvSpPr>
        <p:spPr>
          <a:xfrm>
            <a:off x="868680" y="3291839"/>
            <a:ext cx="5029200" cy="320040"/>
          </a:xfrm>
          <a:prstGeom prst="rect">
            <a:avLst/>
          </a:prstGeom>
          <a:noFill/>
        </p:spPr>
        <p:txBody>
          <a:bodyPr wrap="square">
            <a:spAutoFit/>
          </a:bodyPr>
          <a:lstStyle/>
          <a:p>
            <a:pPr algn="l">
              <a:defRPr sz="1300" b="0" i="0">
                <a:solidFill>
                  <a:srgbClr val="5A5A5A"/>
                </a:solidFill>
                <a:latin typeface="Tenorite"/>
              </a:defRPr>
            </a:pPr>
            <a:r>
              <a:t>Number of intersecting or overlapping bricks detected</a:t>
            </a:r>
          </a:p>
        </p:txBody>
      </p:sp>
      <p:sp>
        <p:nvSpPr>
          <p:cNvPr id="12" name="Rounded Rectangle 11"/>
          <p:cNvSpPr/>
          <p:nvPr/>
        </p:nvSpPr>
        <p:spPr>
          <a:xfrm>
            <a:off x="548640" y="3785615"/>
            <a:ext cx="5486400" cy="731520"/>
          </a:xfrm>
          <a:prstGeom prst="roundRect">
            <a:avLst>
              <a:gd name="adj" fmla="val 3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548640" y="3785615"/>
            <a:ext cx="109728" cy="731520"/>
          </a:xfrm>
          <a:prstGeom prst="rect">
            <a:avLst/>
          </a:prstGeom>
          <a:solidFill>
            <a:srgbClr val="00A99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68680" y="3858768"/>
            <a:ext cx="2011680" cy="274320"/>
          </a:xfrm>
          <a:prstGeom prst="rect">
            <a:avLst/>
          </a:prstGeom>
          <a:noFill/>
        </p:spPr>
        <p:txBody>
          <a:bodyPr wrap="square">
            <a:spAutoFit/>
          </a:bodyPr>
          <a:lstStyle/>
          <a:p>
            <a:pPr algn="l">
              <a:defRPr sz="1500" b="1" i="0">
                <a:solidFill>
                  <a:srgbClr val="00A99D"/>
                </a:solidFill>
                <a:latin typeface="Tenorite"/>
              </a:defRPr>
            </a:pPr>
            <a:r>
              <a:t>Height-to-Base Ratio</a:t>
            </a:r>
          </a:p>
        </p:txBody>
      </p:sp>
      <p:sp>
        <p:nvSpPr>
          <p:cNvPr id="15" name="TextBox 14"/>
          <p:cNvSpPr txBox="1"/>
          <p:nvPr/>
        </p:nvSpPr>
        <p:spPr>
          <a:xfrm>
            <a:off x="868680" y="4133087"/>
            <a:ext cx="5029200" cy="320040"/>
          </a:xfrm>
          <a:prstGeom prst="rect">
            <a:avLst/>
          </a:prstGeom>
          <a:noFill/>
        </p:spPr>
        <p:txBody>
          <a:bodyPr wrap="square">
            <a:spAutoFit/>
          </a:bodyPr>
          <a:lstStyle/>
          <a:p>
            <a:pPr algn="l">
              <a:defRPr sz="1300" b="0" i="0">
                <a:solidFill>
                  <a:srgbClr val="5A5A5A"/>
                </a:solidFill>
                <a:latin typeface="Tenorite"/>
              </a:defRPr>
            </a:pPr>
            <a:r>
              <a:t>Tall-to-basewidth measurement for stability assessment</a:t>
            </a:r>
          </a:p>
        </p:txBody>
      </p:sp>
      <p:sp>
        <p:nvSpPr>
          <p:cNvPr id="16" name="Rounded Rectangle 15"/>
          <p:cNvSpPr/>
          <p:nvPr/>
        </p:nvSpPr>
        <p:spPr>
          <a:xfrm>
            <a:off x="548640" y="4626864"/>
            <a:ext cx="5486400" cy="731520"/>
          </a:xfrm>
          <a:prstGeom prst="roundRect">
            <a:avLst>
              <a:gd name="adj" fmla="val 3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548640" y="4626864"/>
            <a:ext cx="109728" cy="731520"/>
          </a:xfrm>
          <a:prstGeom prst="rect">
            <a:avLst/>
          </a:prstGeom>
          <a:solidFill>
            <a:srgbClr val="00B89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868680" y="4700016"/>
            <a:ext cx="2011680" cy="274320"/>
          </a:xfrm>
          <a:prstGeom prst="rect">
            <a:avLst/>
          </a:prstGeom>
          <a:noFill/>
        </p:spPr>
        <p:txBody>
          <a:bodyPr wrap="square">
            <a:spAutoFit/>
          </a:bodyPr>
          <a:lstStyle/>
          <a:p>
            <a:pPr algn="l">
              <a:defRPr sz="1500" b="1" i="0">
                <a:solidFill>
                  <a:srgbClr val="00B894"/>
                </a:solidFill>
                <a:latin typeface="Tenorite"/>
              </a:defRPr>
            </a:pPr>
            <a:r>
              <a:t>Layer Density</a:t>
            </a:r>
          </a:p>
        </p:txBody>
      </p:sp>
      <p:sp>
        <p:nvSpPr>
          <p:cNvPr id="19" name="TextBox 18"/>
          <p:cNvSpPr txBox="1"/>
          <p:nvPr/>
        </p:nvSpPr>
        <p:spPr>
          <a:xfrm>
            <a:off x="868680" y="4974336"/>
            <a:ext cx="5029200" cy="320040"/>
          </a:xfrm>
          <a:prstGeom prst="rect">
            <a:avLst/>
          </a:prstGeom>
          <a:noFill/>
        </p:spPr>
        <p:txBody>
          <a:bodyPr wrap="square">
            <a:spAutoFit/>
          </a:bodyPr>
          <a:lstStyle/>
          <a:p>
            <a:pPr algn="l">
              <a:defRPr sz="1300" b="0" i="0">
                <a:solidFill>
                  <a:srgbClr val="5A5A5A"/>
                </a:solidFill>
                <a:latin typeface="Tenorite"/>
              </a:defRPr>
            </a:pPr>
            <a:r>
              <a:t>Distribution of bricks per layer, flagging sparse sections</a:t>
            </a:r>
          </a:p>
        </p:txBody>
      </p:sp>
      <p:sp>
        <p:nvSpPr>
          <p:cNvPr id="20" name="Rounded Rectangle 19"/>
          <p:cNvSpPr/>
          <p:nvPr/>
        </p:nvSpPr>
        <p:spPr>
          <a:xfrm>
            <a:off x="6400800" y="2103120"/>
            <a:ext cx="5212080" cy="3200400"/>
          </a:xfrm>
          <a:prstGeom prst="roundRect">
            <a:avLst>
              <a:gd name="adj" fmla="val 4000"/>
            </a:avLst>
          </a:prstGeom>
          <a:solidFill>
            <a:srgbClr val="FFFFFF"/>
          </a:solidFill>
          <a:ln w="25400">
            <a:solidFill>
              <a:srgbClr val="00A99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583680" y="2240280"/>
            <a:ext cx="4846320" cy="320040"/>
          </a:xfrm>
          <a:prstGeom prst="rect">
            <a:avLst/>
          </a:prstGeom>
          <a:noFill/>
        </p:spPr>
        <p:txBody>
          <a:bodyPr wrap="square">
            <a:spAutoFit/>
          </a:bodyPr>
          <a:lstStyle/>
          <a:p>
            <a:pPr algn="l">
              <a:defRPr sz="1600" b="1" i="0">
                <a:solidFill>
                  <a:srgbClr val="00A99D"/>
                </a:solidFill>
                <a:latin typeface="Tenorite"/>
              </a:defRPr>
            </a:pPr>
            <a:r>
              <a:t>Approach in Azure ML</a:t>
            </a:r>
          </a:p>
        </p:txBody>
      </p:sp>
      <p:sp>
        <p:nvSpPr>
          <p:cNvPr id="22" name="Rectangle 21"/>
          <p:cNvSpPr/>
          <p:nvPr/>
        </p:nvSpPr>
        <p:spPr>
          <a:xfrm>
            <a:off x="6583680" y="2606040"/>
            <a:ext cx="1828800" cy="27432"/>
          </a:xfrm>
          <a:prstGeom prst="rect">
            <a:avLst/>
          </a:prstGeom>
          <a:solidFill>
            <a:srgbClr val="00A99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6583680" y="2788920"/>
            <a:ext cx="4846320" cy="2286000"/>
          </a:xfrm>
          <a:prstGeom prst="rect">
            <a:avLst/>
          </a:prstGeom>
          <a:noFill/>
        </p:spPr>
        <p:txBody>
          <a:bodyPr wrap="square">
            <a:spAutoFit/>
          </a:bodyPr>
          <a:lstStyle/>
          <a:p>
            <a:pPr>
              <a:spcBef>
                <a:spcPts val="0"/>
              </a:spcBef>
              <a:defRPr sz="1400">
                <a:solidFill>
                  <a:srgbClr val="5A5A5A"/>
                </a:solidFill>
                <a:latin typeface="Tenorite"/>
              </a:defRPr>
            </a:pPr>
            <a:r>
              <a:t>•  Collect labeled .ldr examples (pass / fail)</a:t>
            </a:r>
          </a:p>
          <a:p>
            <a:pPr>
              <a:spcBef>
                <a:spcPts val="800"/>
              </a:spcBef>
              <a:defRPr sz="1400">
                <a:solidFill>
                  <a:srgbClr val="5A5A5A"/>
                </a:solidFill>
                <a:latin typeface="Tenorite"/>
              </a:defRPr>
            </a:pPr>
            <a:r>
              <a:t>•  Engineer numeric features from each file</a:t>
            </a:r>
          </a:p>
          <a:p>
            <a:pPr>
              <a:spcBef>
                <a:spcPts val="800"/>
              </a:spcBef>
              <a:defRPr sz="1400">
                <a:solidFill>
                  <a:srgbClr val="5A5A5A"/>
                </a:solidFill>
                <a:latin typeface="Tenorite"/>
              </a:defRPr>
            </a:pPr>
            <a:r>
              <a:t>•  Train anomaly detection or classification model</a:t>
            </a:r>
          </a:p>
          <a:p>
            <a:pPr>
              <a:spcBef>
                <a:spcPts val="800"/>
              </a:spcBef>
              <a:defRPr sz="1400">
                <a:solidFill>
                  <a:srgbClr val="5A5A5A"/>
                </a:solidFill>
                <a:latin typeface="Tenorite"/>
              </a:defRPr>
            </a:pPr>
            <a:r>
              <a:t>•  Deploy as managed online endpoint for Validator agent</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Scenario 3: Pattern Extraction from Reference Files</a:t>
            </a:r>
          </a:p>
        </p:txBody>
      </p:sp>
      <p:sp>
        <p:nvSpPr>
          <p:cNvPr id="3" name="TextBox 2"/>
          <p:cNvSpPr txBox="1"/>
          <p:nvPr/>
        </p:nvSpPr>
        <p:spPr>
          <a:xfrm>
            <a:off x="548640" y="1463040"/>
            <a:ext cx="10972800" cy="320040"/>
          </a:xfrm>
          <a:prstGeom prst="rect">
            <a:avLst/>
          </a:prstGeom>
          <a:noFill/>
        </p:spPr>
        <p:txBody>
          <a:bodyPr wrap="square">
            <a:spAutoFit/>
          </a:bodyPr>
          <a:lstStyle/>
          <a:p>
            <a:pPr algn="l">
              <a:defRPr sz="1500" b="1" i="0">
                <a:solidFill>
                  <a:srgbClr val="0D2137"/>
                </a:solidFill>
                <a:latin typeface="Tenorite"/>
              </a:defRPr>
            </a:pPr>
            <a:r>
              <a:t>Goal: Discover common patterns across many .ldr reference models</a:t>
            </a:r>
          </a:p>
        </p:txBody>
      </p:sp>
      <p:sp>
        <p:nvSpPr>
          <p:cNvPr id="4" name="Rounded Rectangle 3"/>
          <p:cNvSpPr/>
          <p:nvPr/>
        </p:nvSpPr>
        <p:spPr>
          <a:xfrm>
            <a:off x="731520" y="2011680"/>
            <a:ext cx="4114800" cy="3200400"/>
          </a:xfrm>
          <a:prstGeom prst="roundRect">
            <a:avLst>
              <a:gd name="adj" fmla="val 4000"/>
            </a:avLst>
          </a:prstGeom>
          <a:solidFill>
            <a:srgbClr val="FFFFFF"/>
          </a:solidFill>
          <a:ln w="19050">
            <a:solidFill>
              <a:srgbClr val="9E9E9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914400" y="2148840"/>
            <a:ext cx="3749039" cy="320040"/>
          </a:xfrm>
          <a:prstGeom prst="rect">
            <a:avLst/>
          </a:prstGeom>
          <a:noFill/>
        </p:spPr>
        <p:txBody>
          <a:bodyPr wrap="square">
            <a:spAutoFit/>
          </a:bodyPr>
          <a:lstStyle/>
          <a:p>
            <a:pPr algn="l">
              <a:defRPr sz="1600" b="1" i="0">
                <a:solidFill>
                  <a:srgbClr val="9E9E9E"/>
                </a:solidFill>
                <a:latin typeface="Tenorite"/>
              </a:defRPr>
            </a:pPr>
            <a:r>
              <a:t>Raw Reference Files</a:t>
            </a:r>
          </a:p>
        </p:txBody>
      </p:sp>
      <p:sp>
        <p:nvSpPr>
          <p:cNvPr id="6" name="Rectangle 5"/>
          <p:cNvSpPr/>
          <p:nvPr/>
        </p:nvSpPr>
        <p:spPr>
          <a:xfrm>
            <a:off x="914400" y="2514600"/>
            <a:ext cx="1828800" cy="18288"/>
          </a:xfrm>
          <a:prstGeom prst="rect">
            <a:avLst/>
          </a:prstGeom>
          <a:solidFill>
            <a:srgbClr val="9E9E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14400" y="2651760"/>
            <a:ext cx="3749039" cy="2286000"/>
          </a:xfrm>
          <a:prstGeom prst="rect">
            <a:avLst/>
          </a:prstGeom>
          <a:noFill/>
        </p:spPr>
        <p:txBody>
          <a:bodyPr wrap="square">
            <a:spAutoFit/>
          </a:bodyPr>
          <a:lstStyle/>
          <a:p>
            <a:pPr>
              <a:spcBef>
                <a:spcPts val="0"/>
              </a:spcBef>
              <a:defRPr sz="1400">
                <a:solidFill>
                  <a:srgbClr val="5A5A5A"/>
                </a:solidFill>
                <a:latin typeface="Tenorite"/>
              </a:defRPr>
            </a:pPr>
            <a:r>
              <a:t>•  Hundreds of .ldr files with varied structures</a:t>
            </a:r>
          </a:p>
          <a:p>
            <a:pPr>
              <a:spcBef>
                <a:spcPts val="600"/>
              </a:spcBef>
              <a:defRPr sz="1400">
                <a:solidFill>
                  <a:srgbClr val="5A5A5A"/>
                </a:solidFill>
                <a:latin typeface="Tenorite"/>
              </a:defRPr>
            </a:pPr>
            <a:r>
              <a:t>•  Part-usage statistics per building section</a:t>
            </a:r>
          </a:p>
          <a:p>
            <a:pPr>
              <a:spcBef>
                <a:spcPts val="600"/>
              </a:spcBef>
              <a:defRPr sz="1400">
                <a:solidFill>
                  <a:srgbClr val="5A5A5A"/>
                </a:solidFill>
                <a:latin typeface="Tenorite"/>
              </a:defRPr>
            </a:pPr>
            <a:r>
              <a:t>•  Facade, roof, and interior component counts</a:t>
            </a:r>
          </a:p>
          <a:p>
            <a:pPr>
              <a:spcBef>
                <a:spcPts val="600"/>
              </a:spcBef>
              <a:defRPr sz="1400">
                <a:solidFill>
                  <a:srgbClr val="5A5A5A"/>
                </a:solidFill>
                <a:latin typeface="Tenorite"/>
              </a:defRPr>
            </a:pPr>
            <a:r>
              <a:t>•  No clear groupings or labels</a:t>
            </a:r>
          </a:p>
        </p:txBody>
      </p:sp>
      <p:sp>
        <p:nvSpPr>
          <p:cNvPr id="8" name="Right Arrow 7"/>
          <p:cNvSpPr/>
          <p:nvPr/>
        </p:nvSpPr>
        <p:spPr>
          <a:xfrm>
            <a:off x="5029200" y="3337560"/>
            <a:ext cx="822960" cy="548640"/>
          </a:xfrm>
          <a:prstGeom prst="rightArrow">
            <a:avLst/>
          </a:prstGeom>
          <a:solidFill>
            <a:srgbClr val="00A99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892040" y="3977640"/>
            <a:ext cx="1097280" cy="274320"/>
          </a:xfrm>
          <a:prstGeom prst="rect">
            <a:avLst/>
          </a:prstGeom>
          <a:noFill/>
        </p:spPr>
        <p:txBody>
          <a:bodyPr wrap="square">
            <a:spAutoFit/>
          </a:bodyPr>
          <a:lstStyle/>
          <a:p>
            <a:pPr algn="ctr">
              <a:defRPr sz="1300" b="1" i="1">
                <a:solidFill>
                  <a:srgbClr val="00A99D"/>
                </a:solidFill>
                <a:latin typeface="Tenorite"/>
              </a:defRPr>
            </a:pPr>
            <a:r>
              <a:t>Azure ML</a:t>
            </a:r>
          </a:p>
        </p:txBody>
      </p:sp>
      <p:sp>
        <p:nvSpPr>
          <p:cNvPr id="10" name="Rounded Rectangle 9"/>
          <p:cNvSpPr/>
          <p:nvPr/>
        </p:nvSpPr>
        <p:spPr>
          <a:xfrm>
            <a:off x="6126480" y="2011680"/>
            <a:ext cx="5212080" cy="3200400"/>
          </a:xfrm>
          <a:prstGeom prst="roundRect">
            <a:avLst>
              <a:gd name="adj" fmla="val 4000"/>
            </a:avLst>
          </a:prstGeom>
          <a:solidFill>
            <a:srgbClr val="FFFFFF"/>
          </a:solidFill>
          <a:ln w="25400">
            <a:solidFill>
              <a:srgbClr val="00A99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309360" y="2148840"/>
            <a:ext cx="4846320" cy="320040"/>
          </a:xfrm>
          <a:prstGeom prst="rect">
            <a:avLst/>
          </a:prstGeom>
          <a:noFill/>
        </p:spPr>
        <p:txBody>
          <a:bodyPr wrap="square">
            <a:spAutoFit/>
          </a:bodyPr>
          <a:lstStyle/>
          <a:p>
            <a:pPr algn="l">
              <a:defRPr sz="1600" b="1" i="0">
                <a:solidFill>
                  <a:srgbClr val="00A99D"/>
                </a:solidFill>
                <a:latin typeface="Tenorite"/>
              </a:defRPr>
            </a:pPr>
            <a:r>
              <a:t>Clustered Patterns &amp; Insights</a:t>
            </a:r>
          </a:p>
        </p:txBody>
      </p:sp>
      <p:sp>
        <p:nvSpPr>
          <p:cNvPr id="12" name="Rectangle 11"/>
          <p:cNvSpPr/>
          <p:nvPr/>
        </p:nvSpPr>
        <p:spPr>
          <a:xfrm>
            <a:off x="6309360" y="2514600"/>
            <a:ext cx="1828800" cy="18288"/>
          </a:xfrm>
          <a:prstGeom prst="rect">
            <a:avLst/>
          </a:prstGeom>
          <a:solidFill>
            <a:srgbClr val="00A99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309360" y="2651760"/>
            <a:ext cx="4846320" cy="2286000"/>
          </a:xfrm>
          <a:prstGeom prst="rect">
            <a:avLst/>
          </a:prstGeom>
          <a:noFill/>
        </p:spPr>
        <p:txBody>
          <a:bodyPr wrap="square">
            <a:spAutoFit/>
          </a:bodyPr>
          <a:lstStyle/>
          <a:p>
            <a:pPr>
              <a:spcBef>
                <a:spcPts val="0"/>
              </a:spcBef>
              <a:defRPr sz="1400">
                <a:solidFill>
                  <a:srgbClr val="5A5A5A"/>
                </a:solidFill>
                <a:latin typeface="Tenorite"/>
              </a:defRPr>
            </a:pPr>
            <a:r>
              <a:t>•  Cluster labels: "narrow corner shops," "tall glass towers"</a:t>
            </a:r>
          </a:p>
          <a:p>
            <a:pPr>
              <a:spcBef>
                <a:spcPts val="600"/>
              </a:spcBef>
              <a:defRPr sz="1400">
                <a:solidFill>
                  <a:srgbClr val="5A5A5A"/>
                </a:solidFill>
                <a:latin typeface="Tenorite"/>
              </a:defRPr>
            </a:pPr>
            <a:r>
              <a:t>•  Recurring facade and roof combinations identified</a:t>
            </a:r>
          </a:p>
          <a:p>
            <a:pPr>
              <a:spcBef>
                <a:spcPts val="600"/>
              </a:spcBef>
              <a:defRPr sz="1400">
                <a:solidFill>
                  <a:srgbClr val="5A5A5A"/>
                </a:solidFill>
                <a:latin typeface="Tenorite"/>
              </a:defRPr>
            </a:pPr>
            <a:r>
              <a:t>•  Spec Generator reuses successful patterns</a:t>
            </a:r>
          </a:p>
          <a:p>
            <a:pPr>
              <a:spcBef>
                <a:spcPts val="600"/>
              </a:spcBef>
              <a:defRPr sz="1400">
                <a:solidFill>
                  <a:srgbClr val="5A5A5A"/>
                </a:solidFill>
                <a:latin typeface="Tenorite"/>
              </a:defRPr>
            </a:pPr>
            <a:r>
              <a:t>•  AutoML or custom training, logged with MLflow</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Scenario 4: Fine-Tuned Language Model for Specs</a:t>
            </a:r>
          </a:p>
        </p:txBody>
      </p:sp>
      <p:sp>
        <p:nvSpPr>
          <p:cNvPr id="3" name="TextBox 2"/>
          <p:cNvSpPr txBox="1"/>
          <p:nvPr/>
        </p:nvSpPr>
        <p:spPr>
          <a:xfrm>
            <a:off x="548640" y="1463040"/>
            <a:ext cx="10972800" cy="320040"/>
          </a:xfrm>
          <a:prstGeom prst="rect">
            <a:avLst/>
          </a:prstGeom>
          <a:noFill/>
        </p:spPr>
        <p:txBody>
          <a:bodyPr wrap="square">
            <a:spAutoFit/>
          </a:bodyPr>
          <a:lstStyle/>
          <a:p>
            <a:pPr algn="l">
              <a:defRPr sz="1500" b="1" i="0">
                <a:solidFill>
                  <a:srgbClr val="0D2137"/>
                </a:solidFill>
                <a:latin typeface="Tenorite"/>
              </a:defRPr>
            </a:pPr>
            <a:r>
              <a:t>Goal: Generate detailed, consistent building specs from prompts and reference patterns</a:t>
            </a:r>
          </a:p>
        </p:txBody>
      </p:sp>
      <p:sp>
        <p:nvSpPr>
          <p:cNvPr id="4" name="Rounded Rectangle 3"/>
          <p:cNvSpPr/>
          <p:nvPr/>
        </p:nvSpPr>
        <p:spPr>
          <a:xfrm>
            <a:off x="608076" y="2011680"/>
            <a:ext cx="10972800" cy="822960"/>
          </a:xfrm>
          <a:prstGeom prst="roundRect">
            <a:avLst>
              <a:gd name="adj" fmla="val 4000"/>
            </a:avLst>
          </a:prstGeom>
          <a:solidFill>
            <a:srgbClr val="FFFFFF"/>
          </a:solidFill>
          <a:ln w="19050">
            <a:solidFill>
              <a:srgbClr val="00B89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Oval 4"/>
          <p:cNvSpPr/>
          <p:nvPr/>
        </p:nvSpPr>
        <p:spPr>
          <a:xfrm>
            <a:off x="745236" y="2171700"/>
            <a:ext cx="502920" cy="502920"/>
          </a:xfrm>
          <a:prstGeom prst="ellipse">
            <a:avLst/>
          </a:prstGeom>
          <a:solidFill>
            <a:srgbClr val="00B89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45236" y="2235708"/>
            <a:ext cx="502920" cy="365760"/>
          </a:xfrm>
          <a:prstGeom prst="rect">
            <a:avLst/>
          </a:prstGeom>
          <a:noFill/>
        </p:spPr>
        <p:txBody>
          <a:bodyPr wrap="square">
            <a:spAutoFit/>
          </a:bodyPr>
          <a:lstStyle/>
          <a:p>
            <a:pPr algn="ctr">
              <a:defRPr sz="1800" b="1" i="0">
                <a:solidFill>
                  <a:srgbClr val="FFFFFF"/>
                </a:solidFill>
                <a:latin typeface="Tenorite"/>
              </a:defRPr>
            </a:pPr>
            <a:r>
              <a:t>A</a:t>
            </a:r>
          </a:p>
        </p:txBody>
      </p:sp>
      <p:sp>
        <p:nvSpPr>
          <p:cNvPr id="7" name="TextBox 6"/>
          <p:cNvSpPr txBox="1"/>
          <p:nvPr/>
        </p:nvSpPr>
        <p:spPr>
          <a:xfrm>
            <a:off x="1431036" y="2103120"/>
            <a:ext cx="2286000" cy="274320"/>
          </a:xfrm>
          <a:prstGeom prst="rect">
            <a:avLst/>
          </a:prstGeom>
          <a:noFill/>
        </p:spPr>
        <p:txBody>
          <a:bodyPr wrap="square">
            <a:spAutoFit/>
          </a:bodyPr>
          <a:lstStyle/>
          <a:p>
            <a:pPr algn="l">
              <a:defRPr sz="1500" b="1" i="0">
                <a:solidFill>
                  <a:srgbClr val="00B894"/>
                </a:solidFill>
                <a:latin typeface="Tenorite"/>
              </a:defRPr>
            </a:pPr>
            <a:r>
              <a:t>Select Base Model</a:t>
            </a:r>
          </a:p>
        </p:txBody>
      </p:sp>
      <p:sp>
        <p:nvSpPr>
          <p:cNvPr id="8" name="TextBox 7"/>
          <p:cNvSpPr txBox="1"/>
          <p:nvPr/>
        </p:nvSpPr>
        <p:spPr>
          <a:xfrm>
            <a:off x="1431036" y="2395728"/>
            <a:ext cx="9875520" cy="365760"/>
          </a:xfrm>
          <a:prstGeom prst="rect">
            <a:avLst/>
          </a:prstGeom>
          <a:noFill/>
        </p:spPr>
        <p:txBody>
          <a:bodyPr wrap="square">
            <a:spAutoFit/>
          </a:bodyPr>
          <a:lstStyle/>
          <a:p>
            <a:pPr algn="l">
              <a:defRPr sz="1400" b="0" i="0">
                <a:solidFill>
                  <a:srgbClr val="5A5A5A"/>
                </a:solidFill>
                <a:latin typeface="Tenorite"/>
              </a:defRPr>
            </a:pPr>
            <a:r>
              <a:t>Browse the Azure AI model catalog, compare models on benchmarks relevant to structured generation</a:t>
            </a:r>
          </a:p>
        </p:txBody>
      </p:sp>
      <p:sp>
        <p:nvSpPr>
          <p:cNvPr id="9" name="Rounded Rectangle 8"/>
          <p:cNvSpPr/>
          <p:nvPr/>
        </p:nvSpPr>
        <p:spPr>
          <a:xfrm>
            <a:off x="608076" y="2944368"/>
            <a:ext cx="10972800" cy="822960"/>
          </a:xfrm>
          <a:prstGeom prst="roundRect">
            <a:avLst>
              <a:gd name="adj" fmla="val 4000"/>
            </a:avLst>
          </a:prstGeom>
          <a:solidFill>
            <a:srgbClr val="FFFFFF"/>
          </a:solidFill>
          <a:ln w="19050">
            <a:solidFill>
              <a:srgbClr val="00A99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Oval 9"/>
          <p:cNvSpPr/>
          <p:nvPr/>
        </p:nvSpPr>
        <p:spPr>
          <a:xfrm>
            <a:off x="745236" y="3104388"/>
            <a:ext cx="502920" cy="502920"/>
          </a:xfrm>
          <a:prstGeom prst="ellipse">
            <a:avLst/>
          </a:prstGeom>
          <a:solidFill>
            <a:srgbClr val="00A99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45236" y="3168396"/>
            <a:ext cx="502920" cy="365760"/>
          </a:xfrm>
          <a:prstGeom prst="rect">
            <a:avLst/>
          </a:prstGeom>
          <a:noFill/>
        </p:spPr>
        <p:txBody>
          <a:bodyPr wrap="square">
            <a:spAutoFit/>
          </a:bodyPr>
          <a:lstStyle/>
          <a:p>
            <a:pPr algn="ctr">
              <a:defRPr sz="1800" b="1" i="0">
                <a:solidFill>
                  <a:srgbClr val="FFFFFF"/>
                </a:solidFill>
                <a:latin typeface="Tenorite"/>
              </a:defRPr>
            </a:pPr>
            <a:r>
              <a:t>B</a:t>
            </a:r>
          </a:p>
        </p:txBody>
      </p:sp>
      <p:sp>
        <p:nvSpPr>
          <p:cNvPr id="12" name="TextBox 11"/>
          <p:cNvSpPr txBox="1"/>
          <p:nvPr/>
        </p:nvSpPr>
        <p:spPr>
          <a:xfrm>
            <a:off x="1431036" y="3035808"/>
            <a:ext cx="2286000" cy="274320"/>
          </a:xfrm>
          <a:prstGeom prst="rect">
            <a:avLst/>
          </a:prstGeom>
          <a:noFill/>
        </p:spPr>
        <p:txBody>
          <a:bodyPr wrap="square">
            <a:spAutoFit/>
          </a:bodyPr>
          <a:lstStyle/>
          <a:p>
            <a:pPr algn="l">
              <a:defRPr sz="1500" b="1" i="0">
                <a:solidFill>
                  <a:srgbClr val="00A99D"/>
                </a:solidFill>
                <a:latin typeface="Tenorite"/>
              </a:defRPr>
            </a:pPr>
            <a:r>
              <a:t>Prepare Training Data</a:t>
            </a:r>
          </a:p>
        </p:txBody>
      </p:sp>
      <p:sp>
        <p:nvSpPr>
          <p:cNvPr id="13" name="TextBox 12"/>
          <p:cNvSpPr txBox="1"/>
          <p:nvPr/>
        </p:nvSpPr>
        <p:spPr>
          <a:xfrm>
            <a:off x="1431036" y="3328416"/>
            <a:ext cx="9875520" cy="365760"/>
          </a:xfrm>
          <a:prstGeom prst="rect">
            <a:avLst/>
          </a:prstGeom>
          <a:noFill/>
        </p:spPr>
        <p:txBody>
          <a:bodyPr wrap="square">
            <a:spAutoFit/>
          </a:bodyPr>
          <a:lstStyle/>
          <a:p>
            <a:pPr algn="l">
              <a:defRPr sz="1400" b="0" i="0">
                <a:solidFill>
                  <a:srgbClr val="5A5A5A"/>
                </a:solidFill>
                <a:latin typeface="Tenorite"/>
              </a:defRPr>
            </a:pPr>
            <a:r>
              <a:t>Format spec examples as structured JSON or text, upload as data assets in the workspace</a:t>
            </a:r>
          </a:p>
        </p:txBody>
      </p:sp>
      <p:sp>
        <p:nvSpPr>
          <p:cNvPr id="14" name="Rounded Rectangle 13"/>
          <p:cNvSpPr/>
          <p:nvPr/>
        </p:nvSpPr>
        <p:spPr>
          <a:xfrm>
            <a:off x="608076" y="3877056"/>
            <a:ext cx="10972800" cy="822960"/>
          </a:xfrm>
          <a:prstGeom prst="roundRect">
            <a:avLst>
              <a:gd name="adj" fmla="val 4000"/>
            </a:avLst>
          </a:prstGeom>
          <a:solidFill>
            <a:srgbClr val="FFFFFF"/>
          </a:solidFill>
          <a:ln w="19050">
            <a:solidFill>
              <a:srgbClr val="00A5B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Oval 14"/>
          <p:cNvSpPr/>
          <p:nvPr/>
        </p:nvSpPr>
        <p:spPr>
          <a:xfrm>
            <a:off x="745236" y="4037076"/>
            <a:ext cx="502920" cy="502920"/>
          </a:xfrm>
          <a:prstGeom prst="ellipse">
            <a:avLst/>
          </a:prstGeom>
          <a:solidFill>
            <a:srgbClr val="00A5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745236" y="4101084"/>
            <a:ext cx="502920" cy="365760"/>
          </a:xfrm>
          <a:prstGeom prst="rect">
            <a:avLst/>
          </a:prstGeom>
          <a:noFill/>
        </p:spPr>
        <p:txBody>
          <a:bodyPr wrap="square">
            <a:spAutoFit/>
          </a:bodyPr>
          <a:lstStyle/>
          <a:p>
            <a:pPr algn="ctr">
              <a:defRPr sz="1800" b="1" i="0">
                <a:solidFill>
                  <a:srgbClr val="FFFFFF"/>
                </a:solidFill>
                <a:latin typeface="Tenorite"/>
              </a:defRPr>
            </a:pPr>
            <a:r>
              <a:t>C</a:t>
            </a:r>
          </a:p>
        </p:txBody>
      </p:sp>
      <p:sp>
        <p:nvSpPr>
          <p:cNvPr id="17" name="TextBox 16"/>
          <p:cNvSpPr txBox="1"/>
          <p:nvPr/>
        </p:nvSpPr>
        <p:spPr>
          <a:xfrm>
            <a:off x="1431036" y="3968496"/>
            <a:ext cx="2286000" cy="274320"/>
          </a:xfrm>
          <a:prstGeom prst="rect">
            <a:avLst/>
          </a:prstGeom>
          <a:noFill/>
        </p:spPr>
        <p:txBody>
          <a:bodyPr wrap="square">
            <a:spAutoFit/>
          </a:bodyPr>
          <a:lstStyle/>
          <a:p>
            <a:pPr algn="l">
              <a:defRPr sz="1500" b="1" i="0">
                <a:solidFill>
                  <a:srgbClr val="00A5BD"/>
                </a:solidFill>
                <a:latin typeface="Tenorite"/>
              </a:defRPr>
            </a:pPr>
            <a:r>
              <a:t>Fine-Tune</a:t>
            </a:r>
          </a:p>
        </p:txBody>
      </p:sp>
      <p:sp>
        <p:nvSpPr>
          <p:cNvPr id="18" name="TextBox 17"/>
          <p:cNvSpPr txBox="1"/>
          <p:nvPr/>
        </p:nvSpPr>
        <p:spPr>
          <a:xfrm>
            <a:off x="1431036" y="4261104"/>
            <a:ext cx="9875520" cy="365760"/>
          </a:xfrm>
          <a:prstGeom prst="rect">
            <a:avLst/>
          </a:prstGeom>
          <a:noFill/>
        </p:spPr>
        <p:txBody>
          <a:bodyPr wrap="square">
            <a:spAutoFit/>
          </a:bodyPr>
          <a:lstStyle/>
          <a:p>
            <a:pPr algn="l">
              <a:defRPr sz="1400" b="0" i="0">
                <a:solidFill>
                  <a:srgbClr val="5A5A5A"/>
                </a:solidFill>
                <a:latin typeface="Tenorite"/>
              </a:defRPr>
            </a:pPr>
            <a:r>
              <a:t>Submit a fine-tuning job where regional access allows; fall back to prompt engineering if not</a:t>
            </a:r>
          </a:p>
        </p:txBody>
      </p:sp>
      <p:sp>
        <p:nvSpPr>
          <p:cNvPr id="19" name="Rounded Rectangle 18"/>
          <p:cNvSpPr/>
          <p:nvPr/>
        </p:nvSpPr>
        <p:spPr>
          <a:xfrm>
            <a:off x="608076" y="4809744"/>
            <a:ext cx="10972800" cy="822960"/>
          </a:xfrm>
          <a:prstGeom prst="roundRect">
            <a:avLst>
              <a:gd name="adj" fmla="val 4000"/>
            </a:avLst>
          </a:prstGeom>
          <a:solidFill>
            <a:srgbClr val="FFFFFF"/>
          </a:solidFill>
          <a:ln w="19050">
            <a:solidFill>
              <a:srgbClr val="008CB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Oval 19"/>
          <p:cNvSpPr/>
          <p:nvPr/>
        </p:nvSpPr>
        <p:spPr>
          <a:xfrm>
            <a:off x="745236" y="4969764"/>
            <a:ext cx="502920" cy="502920"/>
          </a:xfrm>
          <a:prstGeom prst="ellipse">
            <a:avLst/>
          </a:prstGeom>
          <a:solidFill>
            <a:srgbClr val="008CB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745236" y="5033772"/>
            <a:ext cx="502920" cy="365760"/>
          </a:xfrm>
          <a:prstGeom prst="rect">
            <a:avLst/>
          </a:prstGeom>
          <a:noFill/>
        </p:spPr>
        <p:txBody>
          <a:bodyPr wrap="square">
            <a:spAutoFit/>
          </a:bodyPr>
          <a:lstStyle/>
          <a:p>
            <a:pPr algn="ctr">
              <a:defRPr sz="1800" b="1" i="0">
                <a:solidFill>
                  <a:srgbClr val="FFFFFF"/>
                </a:solidFill>
                <a:latin typeface="Tenorite"/>
              </a:defRPr>
            </a:pPr>
            <a:r>
              <a:t>D</a:t>
            </a:r>
          </a:p>
        </p:txBody>
      </p:sp>
      <p:sp>
        <p:nvSpPr>
          <p:cNvPr id="22" name="TextBox 21"/>
          <p:cNvSpPr txBox="1"/>
          <p:nvPr/>
        </p:nvSpPr>
        <p:spPr>
          <a:xfrm>
            <a:off x="1431036" y="4901183"/>
            <a:ext cx="2286000" cy="274320"/>
          </a:xfrm>
          <a:prstGeom prst="rect">
            <a:avLst/>
          </a:prstGeom>
          <a:noFill/>
        </p:spPr>
        <p:txBody>
          <a:bodyPr wrap="square">
            <a:spAutoFit/>
          </a:bodyPr>
          <a:lstStyle/>
          <a:p>
            <a:pPr algn="l">
              <a:defRPr sz="1500" b="1" i="0">
                <a:solidFill>
                  <a:srgbClr val="008CBA"/>
                </a:solidFill>
                <a:latin typeface="Tenorite"/>
              </a:defRPr>
            </a:pPr>
            <a:r>
              <a:t>Deploy &amp; Evaluate</a:t>
            </a:r>
          </a:p>
        </p:txBody>
      </p:sp>
      <p:sp>
        <p:nvSpPr>
          <p:cNvPr id="23" name="TextBox 22"/>
          <p:cNvSpPr txBox="1"/>
          <p:nvPr/>
        </p:nvSpPr>
        <p:spPr>
          <a:xfrm>
            <a:off x="1431036" y="5193792"/>
            <a:ext cx="9875520" cy="365760"/>
          </a:xfrm>
          <a:prstGeom prst="rect">
            <a:avLst/>
          </a:prstGeom>
          <a:noFill/>
        </p:spPr>
        <p:txBody>
          <a:bodyPr wrap="square">
            <a:spAutoFit/>
          </a:bodyPr>
          <a:lstStyle/>
          <a:p>
            <a:pPr algn="l">
              <a:defRPr sz="1400" b="0" i="0">
                <a:solidFill>
                  <a:srgbClr val="5A5A5A"/>
                </a:solidFill>
                <a:latin typeface="Tenorite"/>
              </a:defRPr>
            </a:pPr>
            <a:r>
              <a:t>Host the model on a managed online endpoint, evaluate against baseline prompts, iterate</a:t>
            </a:r>
          </a:p>
        </p:txBody>
      </p:sp>
      <p:sp>
        <p:nvSpPr>
          <p:cNvPr id="24" name="Rounded Rectangle 23"/>
          <p:cNvSpPr/>
          <p:nvPr/>
        </p:nvSpPr>
        <p:spPr>
          <a:xfrm>
            <a:off x="608076" y="5783580"/>
            <a:ext cx="10972800" cy="594360"/>
          </a:xfrm>
          <a:prstGeom prst="roundRect">
            <a:avLst>
              <a:gd name="adj" fmla="val 5000"/>
            </a:avLst>
          </a:prstGeom>
          <a:solidFill>
            <a:srgbClr val="0D21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882396" y="5856732"/>
            <a:ext cx="10428694" cy="523220"/>
          </a:xfrm>
          <a:prstGeom prst="rect">
            <a:avLst/>
          </a:prstGeom>
          <a:noFill/>
        </p:spPr>
        <p:txBody>
          <a:bodyPr wrap="square">
            <a:spAutoFit/>
          </a:bodyPr>
          <a:lstStyle/>
          <a:p>
            <a:pPr algn="l">
              <a:defRPr sz="1400" b="0" i="1">
                <a:solidFill>
                  <a:srgbClr val="F7941D"/>
                </a:solidFill>
                <a:latin typeface="Tenorite"/>
              </a:defRPr>
            </a:pPr>
            <a:r>
              <a:rPr dirty="0"/>
              <a:t>Fine-tuning availability is region- and model-specific. Costs can be significant. Some tenants may use prompt-only or RAG approaches instead.</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Azure Resources Used in the Project</a:t>
            </a:r>
          </a:p>
        </p:txBody>
      </p:sp>
      <p:sp>
        <p:nvSpPr>
          <p:cNvPr id="3" name="TextBox 2"/>
          <p:cNvSpPr txBox="1"/>
          <p:nvPr/>
        </p:nvSpPr>
        <p:spPr>
          <a:xfrm>
            <a:off x="548640" y="1417320"/>
            <a:ext cx="2743200" cy="274320"/>
          </a:xfrm>
          <a:prstGeom prst="rect">
            <a:avLst/>
          </a:prstGeom>
          <a:noFill/>
        </p:spPr>
        <p:txBody>
          <a:bodyPr wrap="square">
            <a:spAutoFit/>
          </a:bodyPr>
          <a:lstStyle/>
          <a:p>
            <a:pPr algn="l">
              <a:defRPr sz="1300" b="1" i="1">
                <a:solidFill>
                  <a:srgbClr val="008CBA"/>
                </a:solidFill>
                <a:latin typeface="Tenorite"/>
              </a:defRPr>
            </a:pPr>
            <a:r>
              <a:t>Core Resources</a:t>
            </a:r>
          </a:p>
        </p:txBody>
      </p:sp>
      <p:sp>
        <p:nvSpPr>
          <p:cNvPr id="4" name="Rounded Rectangle 3"/>
          <p:cNvSpPr/>
          <p:nvPr/>
        </p:nvSpPr>
        <p:spPr>
          <a:xfrm>
            <a:off x="548640" y="1691639"/>
            <a:ext cx="1645920" cy="411480"/>
          </a:xfrm>
          <a:prstGeom prst="roundRect">
            <a:avLst>
              <a:gd name="adj" fmla="val 15000"/>
            </a:avLst>
          </a:prstGeom>
          <a:solidFill>
            <a:srgbClr val="008CB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48640" y="1755648"/>
            <a:ext cx="1645920" cy="320040"/>
          </a:xfrm>
          <a:prstGeom prst="rect">
            <a:avLst/>
          </a:prstGeom>
          <a:noFill/>
        </p:spPr>
        <p:txBody>
          <a:bodyPr wrap="square">
            <a:spAutoFit/>
          </a:bodyPr>
          <a:lstStyle/>
          <a:p>
            <a:pPr algn="ctr">
              <a:defRPr sz="1300" b="1" i="0">
                <a:solidFill>
                  <a:srgbClr val="FFFFFF"/>
                </a:solidFill>
                <a:latin typeface="Tenorite"/>
              </a:defRPr>
            </a:pPr>
            <a:r>
              <a:t>ML Workspace</a:t>
            </a:r>
          </a:p>
        </p:txBody>
      </p:sp>
      <p:sp>
        <p:nvSpPr>
          <p:cNvPr id="6" name="TextBox 5"/>
          <p:cNvSpPr txBox="1"/>
          <p:nvPr/>
        </p:nvSpPr>
        <p:spPr>
          <a:xfrm>
            <a:off x="2331720" y="1755648"/>
            <a:ext cx="3474720" cy="320040"/>
          </a:xfrm>
          <a:prstGeom prst="rect">
            <a:avLst/>
          </a:prstGeom>
          <a:noFill/>
        </p:spPr>
        <p:txBody>
          <a:bodyPr wrap="square">
            <a:spAutoFit/>
          </a:bodyPr>
          <a:lstStyle/>
          <a:p>
            <a:pPr algn="l">
              <a:defRPr sz="1400" b="0" i="0">
                <a:solidFill>
                  <a:srgbClr val="5A5A5A"/>
                </a:solidFill>
                <a:latin typeface="Tenorite"/>
              </a:defRPr>
            </a:pPr>
            <a:r>
              <a:t>Central hub for all ML assets and experiments</a:t>
            </a:r>
          </a:p>
        </p:txBody>
      </p:sp>
      <p:sp>
        <p:nvSpPr>
          <p:cNvPr id="7" name="Rounded Rectangle 6"/>
          <p:cNvSpPr/>
          <p:nvPr/>
        </p:nvSpPr>
        <p:spPr>
          <a:xfrm>
            <a:off x="548640" y="2468879"/>
            <a:ext cx="1645920" cy="411480"/>
          </a:xfrm>
          <a:prstGeom prst="roundRect">
            <a:avLst>
              <a:gd name="adj" fmla="val 15000"/>
            </a:avLst>
          </a:prstGeom>
          <a:solidFill>
            <a:srgbClr val="00A5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48640" y="2532887"/>
            <a:ext cx="1645920" cy="320040"/>
          </a:xfrm>
          <a:prstGeom prst="rect">
            <a:avLst/>
          </a:prstGeom>
          <a:noFill/>
        </p:spPr>
        <p:txBody>
          <a:bodyPr wrap="square">
            <a:spAutoFit/>
          </a:bodyPr>
          <a:lstStyle/>
          <a:p>
            <a:pPr algn="ctr">
              <a:defRPr sz="1300" b="1" i="0">
                <a:solidFill>
                  <a:srgbClr val="FFFFFF"/>
                </a:solidFill>
                <a:latin typeface="Tenorite"/>
              </a:defRPr>
            </a:pPr>
            <a:r>
              <a:t>Storage Account</a:t>
            </a:r>
          </a:p>
        </p:txBody>
      </p:sp>
      <p:sp>
        <p:nvSpPr>
          <p:cNvPr id="9" name="TextBox 8"/>
          <p:cNvSpPr txBox="1"/>
          <p:nvPr/>
        </p:nvSpPr>
        <p:spPr>
          <a:xfrm>
            <a:off x="2331720" y="2532887"/>
            <a:ext cx="3474720" cy="320040"/>
          </a:xfrm>
          <a:prstGeom prst="rect">
            <a:avLst/>
          </a:prstGeom>
          <a:noFill/>
        </p:spPr>
        <p:txBody>
          <a:bodyPr wrap="square">
            <a:spAutoFit/>
          </a:bodyPr>
          <a:lstStyle/>
          <a:p>
            <a:pPr algn="l">
              <a:defRPr sz="1400" b="0" i="0">
                <a:solidFill>
                  <a:srgbClr val="5A5A5A"/>
                </a:solidFill>
                <a:latin typeface="Tenorite"/>
              </a:defRPr>
            </a:pPr>
            <a:r>
              <a:t>Data, artifacts, and model files</a:t>
            </a:r>
          </a:p>
        </p:txBody>
      </p:sp>
      <p:sp>
        <p:nvSpPr>
          <p:cNvPr id="10" name="Rounded Rectangle 9"/>
          <p:cNvSpPr/>
          <p:nvPr/>
        </p:nvSpPr>
        <p:spPr>
          <a:xfrm>
            <a:off x="548640" y="3246120"/>
            <a:ext cx="1645920" cy="411480"/>
          </a:xfrm>
          <a:prstGeom prst="roundRect">
            <a:avLst>
              <a:gd name="adj" fmla="val 15000"/>
            </a:avLst>
          </a:prstGeom>
          <a:solidFill>
            <a:srgbClr val="00A99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548640" y="3310127"/>
            <a:ext cx="1645920" cy="320040"/>
          </a:xfrm>
          <a:prstGeom prst="rect">
            <a:avLst/>
          </a:prstGeom>
          <a:noFill/>
        </p:spPr>
        <p:txBody>
          <a:bodyPr wrap="square">
            <a:spAutoFit/>
          </a:bodyPr>
          <a:lstStyle/>
          <a:p>
            <a:pPr algn="ctr">
              <a:defRPr sz="1300" b="1" i="0">
                <a:solidFill>
                  <a:srgbClr val="FFFFFF"/>
                </a:solidFill>
                <a:latin typeface="Tenorite"/>
              </a:defRPr>
            </a:pPr>
            <a:r>
              <a:t>Container Registry</a:t>
            </a:r>
          </a:p>
        </p:txBody>
      </p:sp>
      <p:sp>
        <p:nvSpPr>
          <p:cNvPr id="12" name="TextBox 11"/>
          <p:cNvSpPr txBox="1"/>
          <p:nvPr/>
        </p:nvSpPr>
        <p:spPr>
          <a:xfrm>
            <a:off x="2331720" y="3310127"/>
            <a:ext cx="3474720" cy="320040"/>
          </a:xfrm>
          <a:prstGeom prst="rect">
            <a:avLst/>
          </a:prstGeom>
          <a:noFill/>
        </p:spPr>
        <p:txBody>
          <a:bodyPr wrap="square">
            <a:spAutoFit/>
          </a:bodyPr>
          <a:lstStyle/>
          <a:p>
            <a:pPr algn="l">
              <a:defRPr sz="1400" b="0" i="0">
                <a:solidFill>
                  <a:srgbClr val="5A5A5A"/>
                </a:solidFill>
                <a:latin typeface="Tenorite"/>
              </a:defRPr>
            </a:pPr>
            <a:r>
              <a:t>Docker images for environments</a:t>
            </a:r>
          </a:p>
        </p:txBody>
      </p:sp>
      <p:sp>
        <p:nvSpPr>
          <p:cNvPr id="13" name="Rounded Rectangle 12"/>
          <p:cNvSpPr/>
          <p:nvPr/>
        </p:nvSpPr>
        <p:spPr>
          <a:xfrm>
            <a:off x="6309360" y="1691639"/>
            <a:ext cx="1645920" cy="411480"/>
          </a:xfrm>
          <a:prstGeom prst="roundRect">
            <a:avLst>
              <a:gd name="adj" fmla="val 15000"/>
            </a:avLst>
          </a:prstGeom>
          <a:solidFill>
            <a:srgbClr val="00B89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309360" y="1755648"/>
            <a:ext cx="1645920" cy="320040"/>
          </a:xfrm>
          <a:prstGeom prst="rect">
            <a:avLst/>
          </a:prstGeom>
          <a:noFill/>
        </p:spPr>
        <p:txBody>
          <a:bodyPr wrap="square">
            <a:spAutoFit/>
          </a:bodyPr>
          <a:lstStyle/>
          <a:p>
            <a:pPr algn="ctr">
              <a:defRPr sz="1300" b="1" i="0">
                <a:solidFill>
                  <a:srgbClr val="FFFFFF"/>
                </a:solidFill>
                <a:latin typeface="Tenorite"/>
              </a:defRPr>
            </a:pPr>
            <a:r>
              <a:t>Compute</a:t>
            </a:r>
          </a:p>
        </p:txBody>
      </p:sp>
      <p:sp>
        <p:nvSpPr>
          <p:cNvPr id="15" name="TextBox 14"/>
          <p:cNvSpPr txBox="1"/>
          <p:nvPr/>
        </p:nvSpPr>
        <p:spPr>
          <a:xfrm>
            <a:off x="8092440" y="1755648"/>
            <a:ext cx="3474720" cy="320040"/>
          </a:xfrm>
          <a:prstGeom prst="rect">
            <a:avLst/>
          </a:prstGeom>
          <a:noFill/>
        </p:spPr>
        <p:txBody>
          <a:bodyPr wrap="square">
            <a:spAutoFit/>
          </a:bodyPr>
          <a:lstStyle/>
          <a:p>
            <a:pPr algn="l">
              <a:defRPr sz="1400" b="0" i="0">
                <a:solidFill>
                  <a:srgbClr val="5A5A5A"/>
                </a:solidFill>
                <a:latin typeface="Tenorite"/>
              </a:defRPr>
            </a:pPr>
            <a:r>
              <a:t>Clusters and instances for training and dev</a:t>
            </a:r>
          </a:p>
        </p:txBody>
      </p:sp>
      <p:sp>
        <p:nvSpPr>
          <p:cNvPr id="16" name="Rounded Rectangle 15"/>
          <p:cNvSpPr/>
          <p:nvPr/>
        </p:nvSpPr>
        <p:spPr>
          <a:xfrm>
            <a:off x="6309360" y="2468879"/>
            <a:ext cx="1645920" cy="411480"/>
          </a:xfrm>
          <a:prstGeom prst="roundRect">
            <a:avLst>
              <a:gd name="adj" fmla="val 15000"/>
            </a:avLst>
          </a:prstGeom>
          <a:solidFill>
            <a:srgbClr val="008CB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309360" y="2532887"/>
            <a:ext cx="1645920" cy="320040"/>
          </a:xfrm>
          <a:prstGeom prst="rect">
            <a:avLst/>
          </a:prstGeom>
          <a:noFill/>
        </p:spPr>
        <p:txBody>
          <a:bodyPr wrap="square">
            <a:spAutoFit/>
          </a:bodyPr>
          <a:lstStyle/>
          <a:p>
            <a:pPr algn="ctr">
              <a:defRPr sz="1300" b="1" i="0">
                <a:solidFill>
                  <a:srgbClr val="FFFFFF"/>
                </a:solidFill>
                <a:latin typeface="Tenorite"/>
              </a:defRPr>
            </a:pPr>
            <a:r>
              <a:t>Online Endpoints</a:t>
            </a:r>
          </a:p>
        </p:txBody>
      </p:sp>
      <p:sp>
        <p:nvSpPr>
          <p:cNvPr id="18" name="TextBox 17"/>
          <p:cNvSpPr txBox="1"/>
          <p:nvPr/>
        </p:nvSpPr>
        <p:spPr>
          <a:xfrm>
            <a:off x="8092440" y="2532887"/>
            <a:ext cx="3474720" cy="320040"/>
          </a:xfrm>
          <a:prstGeom prst="rect">
            <a:avLst/>
          </a:prstGeom>
          <a:noFill/>
        </p:spPr>
        <p:txBody>
          <a:bodyPr wrap="square">
            <a:spAutoFit/>
          </a:bodyPr>
          <a:lstStyle/>
          <a:p>
            <a:pPr algn="l">
              <a:defRPr sz="1400" b="0" i="0">
                <a:solidFill>
                  <a:srgbClr val="5A5A5A"/>
                </a:solidFill>
                <a:latin typeface="Tenorite"/>
              </a:defRPr>
            </a:pPr>
            <a:r>
              <a:t>Managed deployments for real-time inference</a:t>
            </a:r>
          </a:p>
        </p:txBody>
      </p:sp>
      <p:sp>
        <p:nvSpPr>
          <p:cNvPr id="19" name="Rounded Rectangle 18"/>
          <p:cNvSpPr/>
          <p:nvPr/>
        </p:nvSpPr>
        <p:spPr>
          <a:xfrm>
            <a:off x="6309360" y="3246120"/>
            <a:ext cx="1645920" cy="411480"/>
          </a:xfrm>
          <a:prstGeom prst="roundRect">
            <a:avLst>
              <a:gd name="adj" fmla="val 15000"/>
            </a:avLst>
          </a:prstGeom>
          <a:solidFill>
            <a:srgbClr val="00A99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309360" y="3310127"/>
            <a:ext cx="1645920" cy="320040"/>
          </a:xfrm>
          <a:prstGeom prst="rect">
            <a:avLst/>
          </a:prstGeom>
          <a:noFill/>
        </p:spPr>
        <p:txBody>
          <a:bodyPr wrap="square">
            <a:spAutoFit/>
          </a:bodyPr>
          <a:lstStyle/>
          <a:p>
            <a:pPr algn="ctr">
              <a:defRPr sz="1300" b="1" i="0">
                <a:solidFill>
                  <a:srgbClr val="FFFFFF"/>
                </a:solidFill>
                <a:latin typeface="Tenorite"/>
              </a:defRPr>
            </a:pPr>
            <a:r>
              <a:t>AI Search</a:t>
            </a:r>
          </a:p>
        </p:txBody>
      </p:sp>
      <p:sp>
        <p:nvSpPr>
          <p:cNvPr id="21" name="TextBox 20"/>
          <p:cNvSpPr txBox="1"/>
          <p:nvPr/>
        </p:nvSpPr>
        <p:spPr>
          <a:xfrm>
            <a:off x="8092440" y="3310127"/>
            <a:ext cx="3474720" cy="320040"/>
          </a:xfrm>
          <a:prstGeom prst="rect">
            <a:avLst/>
          </a:prstGeom>
          <a:noFill/>
        </p:spPr>
        <p:txBody>
          <a:bodyPr wrap="square">
            <a:spAutoFit/>
          </a:bodyPr>
          <a:lstStyle/>
          <a:p>
            <a:pPr algn="l">
              <a:defRPr sz="1400" b="0" i="0">
                <a:solidFill>
                  <a:srgbClr val="5A5A5A"/>
                </a:solidFill>
                <a:latin typeface="Tenorite"/>
              </a:defRPr>
            </a:pPr>
            <a:r>
              <a:t>Vector store and search index for RAG scenarios</a:t>
            </a:r>
          </a:p>
        </p:txBody>
      </p:sp>
      <p:sp>
        <p:nvSpPr>
          <p:cNvPr id="22" name="TextBox 21"/>
          <p:cNvSpPr txBox="1"/>
          <p:nvPr/>
        </p:nvSpPr>
        <p:spPr>
          <a:xfrm>
            <a:off x="548640" y="3840480"/>
            <a:ext cx="2743200" cy="274320"/>
          </a:xfrm>
          <a:prstGeom prst="rect">
            <a:avLst/>
          </a:prstGeom>
          <a:noFill/>
        </p:spPr>
        <p:txBody>
          <a:bodyPr wrap="square">
            <a:spAutoFit/>
          </a:bodyPr>
          <a:lstStyle/>
          <a:p>
            <a:pPr algn="l">
              <a:defRPr sz="1300" b="1" i="1">
                <a:solidFill>
                  <a:srgbClr val="F7941D"/>
                </a:solidFill>
                <a:latin typeface="Tenorite"/>
              </a:defRPr>
            </a:pPr>
            <a:r>
              <a:t>Support Resources</a:t>
            </a:r>
          </a:p>
        </p:txBody>
      </p:sp>
      <p:sp>
        <p:nvSpPr>
          <p:cNvPr id="23" name="Rounded Rectangle 22"/>
          <p:cNvSpPr/>
          <p:nvPr/>
        </p:nvSpPr>
        <p:spPr>
          <a:xfrm>
            <a:off x="548640" y="4114800"/>
            <a:ext cx="1645920" cy="411480"/>
          </a:xfrm>
          <a:prstGeom prst="roundRect">
            <a:avLst>
              <a:gd name="adj" fmla="val 15000"/>
            </a:avLst>
          </a:prstGeom>
          <a:solidFill>
            <a:srgbClr val="F794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548640" y="4178808"/>
            <a:ext cx="1645920" cy="320040"/>
          </a:xfrm>
          <a:prstGeom prst="rect">
            <a:avLst/>
          </a:prstGeom>
          <a:noFill/>
        </p:spPr>
        <p:txBody>
          <a:bodyPr wrap="square">
            <a:spAutoFit/>
          </a:bodyPr>
          <a:lstStyle/>
          <a:p>
            <a:pPr algn="ctr">
              <a:defRPr sz="1300" b="1" i="0">
                <a:solidFill>
                  <a:srgbClr val="FFFFFF"/>
                </a:solidFill>
                <a:latin typeface="Tenorite"/>
              </a:defRPr>
            </a:pPr>
            <a:r>
              <a:t>Key Vault</a:t>
            </a:r>
          </a:p>
        </p:txBody>
      </p:sp>
      <p:sp>
        <p:nvSpPr>
          <p:cNvPr id="25" name="TextBox 24"/>
          <p:cNvSpPr txBox="1"/>
          <p:nvPr/>
        </p:nvSpPr>
        <p:spPr>
          <a:xfrm>
            <a:off x="2331720" y="4178808"/>
            <a:ext cx="3474720" cy="320040"/>
          </a:xfrm>
          <a:prstGeom prst="rect">
            <a:avLst/>
          </a:prstGeom>
          <a:noFill/>
        </p:spPr>
        <p:txBody>
          <a:bodyPr wrap="square">
            <a:spAutoFit/>
          </a:bodyPr>
          <a:lstStyle/>
          <a:p>
            <a:pPr algn="l">
              <a:defRPr sz="1400" b="0" i="0">
                <a:solidFill>
                  <a:srgbClr val="5A5A5A"/>
                </a:solidFill>
                <a:latin typeface="Tenorite"/>
              </a:defRPr>
            </a:pPr>
            <a:r>
              <a:t>Secrets, keys, and certificates</a:t>
            </a:r>
          </a:p>
        </p:txBody>
      </p:sp>
      <p:sp>
        <p:nvSpPr>
          <p:cNvPr id="26" name="Rounded Rectangle 25"/>
          <p:cNvSpPr/>
          <p:nvPr/>
        </p:nvSpPr>
        <p:spPr>
          <a:xfrm>
            <a:off x="6309360" y="4114800"/>
            <a:ext cx="1645920" cy="411480"/>
          </a:xfrm>
          <a:prstGeom prst="roundRect">
            <a:avLst>
              <a:gd name="adj" fmla="val 15000"/>
            </a:avLst>
          </a:prstGeom>
          <a:solidFill>
            <a:srgbClr val="9E9E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6309360" y="4178808"/>
            <a:ext cx="1645920" cy="320040"/>
          </a:xfrm>
          <a:prstGeom prst="rect">
            <a:avLst/>
          </a:prstGeom>
          <a:noFill/>
        </p:spPr>
        <p:txBody>
          <a:bodyPr wrap="square">
            <a:spAutoFit/>
          </a:bodyPr>
          <a:lstStyle/>
          <a:p>
            <a:pPr algn="ctr">
              <a:defRPr sz="1300" b="1" i="0">
                <a:solidFill>
                  <a:srgbClr val="FFFFFF"/>
                </a:solidFill>
                <a:latin typeface="Tenorite"/>
              </a:defRPr>
            </a:pPr>
            <a:r>
              <a:t>Log Analytics</a:t>
            </a:r>
          </a:p>
        </p:txBody>
      </p:sp>
      <p:sp>
        <p:nvSpPr>
          <p:cNvPr id="28" name="TextBox 27"/>
          <p:cNvSpPr txBox="1"/>
          <p:nvPr/>
        </p:nvSpPr>
        <p:spPr>
          <a:xfrm>
            <a:off x="8092440" y="4178808"/>
            <a:ext cx="3474720" cy="320040"/>
          </a:xfrm>
          <a:prstGeom prst="rect">
            <a:avLst/>
          </a:prstGeom>
          <a:noFill/>
        </p:spPr>
        <p:txBody>
          <a:bodyPr wrap="square">
            <a:spAutoFit/>
          </a:bodyPr>
          <a:lstStyle/>
          <a:p>
            <a:pPr algn="l">
              <a:defRPr sz="1400" b="0" i="0">
                <a:solidFill>
                  <a:srgbClr val="5A5A5A"/>
                </a:solidFill>
                <a:latin typeface="Tenorite"/>
              </a:defRPr>
            </a:pPr>
            <a:r>
              <a:t>Monitoring and diagnostics workspace</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Cost Overview and Quotas</a:t>
            </a:r>
          </a:p>
        </p:txBody>
      </p:sp>
      <p:sp>
        <p:nvSpPr>
          <p:cNvPr id="3" name="Rounded Rectangle 2"/>
          <p:cNvSpPr/>
          <p:nvPr/>
        </p:nvSpPr>
        <p:spPr>
          <a:xfrm>
            <a:off x="562356" y="1645920"/>
            <a:ext cx="2560320" cy="2743200"/>
          </a:xfrm>
          <a:prstGeom prst="roundRect">
            <a:avLst>
              <a:gd name="adj" fmla="val 5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2356" y="1920240"/>
            <a:ext cx="2560320" cy="548640"/>
          </a:xfrm>
          <a:prstGeom prst="rect">
            <a:avLst/>
          </a:prstGeom>
          <a:noFill/>
        </p:spPr>
        <p:txBody>
          <a:bodyPr wrap="square">
            <a:spAutoFit/>
          </a:bodyPr>
          <a:lstStyle/>
          <a:p>
            <a:pPr algn="ctr">
              <a:defRPr sz="3600" b="1" i="0">
                <a:solidFill>
                  <a:srgbClr val="008CBA"/>
                </a:solidFill>
                <a:latin typeface="Tenorite"/>
              </a:defRPr>
            </a:pPr>
            <a:r>
              <a:t>Low</a:t>
            </a:r>
          </a:p>
        </p:txBody>
      </p:sp>
      <p:sp>
        <p:nvSpPr>
          <p:cNvPr id="5" name="Rectangle 4"/>
          <p:cNvSpPr/>
          <p:nvPr/>
        </p:nvSpPr>
        <p:spPr>
          <a:xfrm>
            <a:off x="1385316" y="2514600"/>
            <a:ext cx="914400" cy="27432"/>
          </a:xfrm>
          <a:prstGeom prst="rect">
            <a:avLst/>
          </a:prstGeom>
          <a:solidFill>
            <a:srgbClr val="008CB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99516" y="2743200"/>
            <a:ext cx="2286000" cy="1371600"/>
          </a:xfrm>
          <a:prstGeom prst="rect">
            <a:avLst/>
          </a:prstGeom>
          <a:noFill/>
        </p:spPr>
        <p:txBody>
          <a:bodyPr wrap="square">
            <a:spAutoFit/>
          </a:bodyPr>
          <a:lstStyle/>
          <a:p>
            <a:pPr algn="ctr">
              <a:defRPr sz="1400" b="0" i="0">
                <a:solidFill>
                  <a:srgbClr val="5A5A5A"/>
                </a:solidFill>
                <a:latin typeface="Tenorite"/>
              </a:defRPr>
            </a:pPr>
            <a:r>
              <a:t>Fixed baseline:</a:t>
            </a:r>
            <a:br/>
            <a:r>
              <a:t>workspace, storage,</a:t>
            </a:r>
            <a:br/>
            <a:r>
              <a:t>ACR, Key Vault</a:t>
            </a:r>
          </a:p>
        </p:txBody>
      </p:sp>
      <p:sp>
        <p:nvSpPr>
          <p:cNvPr id="7" name="Rectangle 6"/>
          <p:cNvSpPr/>
          <p:nvPr/>
        </p:nvSpPr>
        <p:spPr>
          <a:xfrm>
            <a:off x="562356" y="4297680"/>
            <a:ext cx="2560320" cy="91440"/>
          </a:xfrm>
          <a:prstGeom prst="rect">
            <a:avLst/>
          </a:prstGeom>
          <a:solidFill>
            <a:srgbClr val="008CB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3396996" y="1645920"/>
            <a:ext cx="2560320" cy="2743200"/>
          </a:xfrm>
          <a:prstGeom prst="roundRect">
            <a:avLst>
              <a:gd name="adj" fmla="val 5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3396996" y="1920240"/>
            <a:ext cx="2560320" cy="548640"/>
          </a:xfrm>
          <a:prstGeom prst="rect">
            <a:avLst/>
          </a:prstGeom>
          <a:noFill/>
        </p:spPr>
        <p:txBody>
          <a:bodyPr wrap="square">
            <a:spAutoFit/>
          </a:bodyPr>
          <a:lstStyle/>
          <a:p>
            <a:pPr algn="ctr">
              <a:defRPr sz="3600" b="1" i="0">
                <a:solidFill>
                  <a:srgbClr val="00A5BD"/>
                </a:solidFill>
                <a:latin typeface="Tenorite"/>
              </a:defRPr>
            </a:pPr>
            <a:r>
              <a:t>$/hr</a:t>
            </a:r>
          </a:p>
        </p:txBody>
      </p:sp>
      <p:sp>
        <p:nvSpPr>
          <p:cNvPr id="10" name="Rectangle 9"/>
          <p:cNvSpPr/>
          <p:nvPr/>
        </p:nvSpPr>
        <p:spPr>
          <a:xfrm>
            <a:off x="4219956" y="2514600"/>
            <a:ext cx="914400" cy="27432"/>
          </a:xfrm>
          <a:prstGeom prst="rect">
            <a:avLst/>
          </a:prstGeom>
          <a:solidFill>
            <a:srgbClr val="00A5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3534156" y="2743200"/>
            <a:ext cx="2286000" cy="1371600"/>
          </a:xfrm>
          <a:prstGeom prst="rect">
            <a:avLst/>
          </a:prstGeom>
          <a:noFill/>
        </p:spPr>
        <p:txBody>
          <a:bodyPr wrap="square">
            <a:spAutoFit/>
          </a:bodyPr>
          <a:lstStyle/>
          <a:p>
            <a:pPr algn="ctr">
              <a:defRPr sz="1400" b="0" i="0">
                <a:solidFill>
                  <a:srgbClr val="5A5A5A"/>
                </a:solidFill>
                <a:latin typeface="Tenorite"/>
              </a:defRPr>
            </a:pPr>
            <a:r>
              <a:t>CPU &amp; GPU compute:</a:t>
            </a:r>
            <a:br/>
            <a:r>
              <a:t>pay for what you use,</a:t>
            </a:r>
            <a:br/>
            <a:r>
              <a:t>autoscale helps</a:t>
            </a:r>
          </a:p>
        </p:txBody>
      </p:sp>
      <p:sp>
        <p:nvSpPr>
          <p:cNvPr id="12" name="Rectangle 11"/>
          <p:cNvSpPr/>
          <p:nvPr/>
        </p:nvSpPr>
        <p:spPr>
          <a:xfrm>
            <a:off x="3396996" y="4297680"/>
            <a:ext cx="2560320" cy="91440"/>
          </a:xfrm>
          <a:prstGeom prst="rect">
            <a:avLst/>
          </a:prstGeom>
          <a:solidFill>
            <a:srgbClr val="00A5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ounded Rectangle 12"/>
          <p:cNvSpPr/>
          <p:nvPr/>
        </p:nvSpPr>
        <p:spPr>
          <a:xfrm>
            <a:off x="6231636" y="1645920"/>
            <a:ext cx="2560320" cy="2743200"/>
          </a:xfrm>
          <a:prstGeom prst="roundRect">
            <a:avLst>
              <a:gd name="adj" fmla="val 5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231636" y="1920240"/>
            <a:ext cx="2560320" cy="548640"/>
          </a:xfrm>
          <a:prstGeom prst="rect">
            <a:avLst/>
          </a:prstGeom>
          <a:noFill/>
        </p:spPr>
        <p:txBody>
          <a:bodyPr wrap="square">
            <a:spAutoFit/>
          </a:bodyPr>
          <a:lstStyle/>
          <a:p>
            <a:pPr algn="ctr">
              <a:defRPr sz="3600" b="1" i="0">
                <a:solidFill>
                  <a:srgbClr val="00A99D"/>
                </a:solidFill>
                <a:latin typeface="Tenorite"/>
              </a:defRPr>
            </a:pPr>
            <a:r>
              <a:t>Pay-per-use</a:t>
            </a:r>
          </a:p>
        </p:txBody>
      </p:sp>
      <p:sp>
        <p:nvSpPr>
          <p:cNvPr id="15" name="Rectangle 14"/>
          <p:cNvSpPr/>
          <p:nvPr/>
        </p:nvSpPr>
        <p:spPr>
          <a:xfrm>
            <a:off x="7054596" y="2514600"/>
            <a:ext cx="914400" cy="27432"/>
          </a:xfrm>
          <a:prstGeom prst="rect">
            <a:avLst/>
          </a:prstGeom>
          <a:solidFill>
            <a:srgbClr val="00A99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368796" y="2743200"/>
            <a:ext cx="2286000" cy="1371600"/>
          </a:xfrm>
          <a:prstGeom prst="rect">
            <a:avLst/>
          </a:prstGeom>
          <a:noFill/>
        </p:spPr>
        <p:txBody>
          <a:bodyPr wrap="square">
            <a:spAutoFit/>
          </a:bodyPr>
          <a:lstStyle/>
          <a:p>
            <a:pPr algn="ctr">
              <a:defRPr sz="1400" b="0" i="0">
                <a:solidFill>
                  <a:srgbClr val="5A5A5A"/>
                </a:solidFill>
                <a:latin typeface="Tenorite"/>
              </a:defRPr>
            </a:pPr>
            <a:r>
              <a:t>Azure AI services:</a:t>
            </a:r>
            <a:br/>
            <a:r>
              <a:t>driven by API calls</a:t>
            </a:r>
            <a:br/>
            <a:r>
              <a:t>and index size</a:t>
            </a:r>
          </a:p>
        </p:txBody>
      </p:sp>
      <p:sp>
        <p:nvSpPr>
          <p:cNvPr id="17" name="Rectangle 16"/>
          <p:cNvSpPr/>
          <p:nvPr/>
        </p:nvSpPr>
        <p:spPr>
          <a:xfrm>
            <a:off x="6231636" y="4297680"/>
            <a:ext cx="2560320" cy="91440"/>
          </a:xfrm>
          <a:prstGeom prst="rect">
            <a:avLst/>
          </a:prstGeom>
          <a:solidFill>
            <a:srgbClr val="00A99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ounded Rectangle 17"/>
          <p:cNvSpPr/>
          <p:nvPr/>
        </p:nvSpPr>
        <p:spPr>
          <a:xfrm>
            <a:off x="9066276" y="1645920"/>
            <a:ext cx="2560320" cy="2743200"/>
          </a:xfrm>
          <a:prstGeom prst="roundRect">
            <a:avLst>
              <a:gd name="adj" fmla="val 5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9066276" y="1920240"/>
            <a:ext cx="2560320" cy="548640"/>
          </a:xfrm>
          <a:prstGeom prst="rect">
            <a:avLst/>
          </a:prstGeom>
          <a:noFill/>
        </p:spPr>
        <p:txBody>
          <a:bodyPr wrap="square">
            <a:spAutoFit/>
          </a:bodyPr>
          <a:lstStyle/>
          <a:p>
            <a:pPr algn="ctr">
              <a:defRPr sz="3600" b="1" i="0">
                <a:solidFill>
                  <a:srgbClr val="F7941D"/>
                </a:solidFill>
                <a:latin typeface="Tenorite"/>
              </a:defRPr>
            </a:pPr>
            <a:r>
              <a:t>Variable</a:t>
            </a:r>
          </a:p>
        </p:txBody>
      </p:sp>
      <p:sp>
        <p:nvSpPr>
          <p:cNvPr id="20" name="Rectangle 19"/>
          <p:cNvSpPr/>
          <p:nvPr/>
        </p:nvSpPr>
        <p:spPr>
          <a:xfrm>
            <a:off x="9889236" y="2514600"/>
            <a:ext cx="914400" cy="27432"/>
          </a:xfrm>
          <a:prstGeom prst="rect">
            <a:avLst/>
          </a:prstGeom>
          <a:solidFill>
            <a:srgbClr val="F794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9203436" y="2743200"/>
            <a:ext cx="2286000" cy="1371600"/>
          </a:xfrm>
          <a:prstGeom prst="rect">
            <a:avLst/>
          </a:prstGeom>
          <a:noFill/>
        </p:spPr>
        <p:txBody>
          <a:bodyPr wrap="square">
            <a:spAutoFit/>
          </a:bodyPr>
          <a:lstStyle/>
          <a:p>
            <a:pPr algn="ctr">
              <a:defRPr sz="1400" b="0" i="0">
                <a:solidFill>
                  <a:srgbClr val="5A5A5A"/>
                </a:solidFill>
                <a:latin typeface="Tenorite"/>
              </a:defRPr>
            </a:pPr>
            <a:r>
              <a:t>GPU &amp; OpenAI quotas:</a:t>
            </a:r>
            <a:br/>
            <a:r>
              <a:t>region- and tenant-</a:t>
            </a:r>
            <a:br/>
            <a:r>
              <a:t>specific availability</a:t>
            </a:r>
          </a:p>
        </p:txBody>
      </p:sp>
      <p:sp>
        <p:nvSpPr>
          <p:cNvPr id="22" name="Rectangle 21"/>
          <p:cNvSpPr/>
          <p:nvPr/>
        </p:nvSpPr>
        <p:spPr>
          <a:xfrm>
            <a:off x="9066276" y="4297680"/>
            <a:ext cx="2560320" cy="91440"/>
          </a:xfrm>
          <a:prstGeom prst="rect">
            <a:avLst/>
          </a:prstGeom>
          <a:solidFill>
            <a:srgbClr val="F794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ounded Rectangle 22"/>
          <p:cNvSpPr/>
          <p:nvPr/>
        </p:nvSpPr>
        <p:spPr>
          <a:xfrm>
            <a:off x="548640" y="4754880"/>
            <a:ext cx="11064240" cy="594360"/>
          </a:xfrm>
          <a:prstGeom prst="roundRect">
            <a:avLst>
              <a:gd name="adj" fmla="val 4000"/>
            </a:avLst>
          </a:prstGeom>
          <a:solidFill>
            <a:srgbClr val="0D21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822960" y="4828032"/>
            <a:ext cx="10515600" cy="457200"/>
          </a:xfrm>
          <a:prstGeom prst="rect">
            <a:avLst/>
          </a:prstGeom>
          <a:noFill/>
        </p:spPr>
        <p:txBody>
          <a:bodyPr wrap="square">
            <a:spAutoFit/>
          </a:bodyPr>
          <a:lstStyle/>
          <a:p>
            <a:pPr algn="l">
              <a:defRPr sz="1400" b="0" i="0">
                <a:solidFill>
                  <a:srgbClr val="FFFFFF"/>
                </a:solidFill>
                <a:latin typeface="Tenorite"/>
              </a:defRPr>
            </a:pPr>
            <a:r>
              <a:t>These are rough guidance numbers. Always verify in Azure Pricing Calculator for your region and subscription. The exam tests cost-aware design conceptually.</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How the Resources Connect</a:t>
            </a:r>
          </a:p>
        </p:txBody>
      </p:sp>
      <p:sp>
        <p:nvSpPr>
          <p:cNvPr id="3" name="Chevron 2"/>
          <p:cNvSpPr/>
          <p:nvPr/>
        </p:nvSpPr>
        <p:spPr>
          <a:xfrm>
            <a:off x="1065276" y="1645920"/>
            <a:ext cx="2194560" cy="685800"/>
          </a:xfrm>
          <a:prstGeom prst="chevron">
            <a:avLst/>
          </a:prstGeom>
          <a:solidFill>
            <a:srgbClr val="008CB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385316" y="1755648"/>
            <a:ext cx="1554480" cy="502920"/>
          </a:xfrm>
          <a:prstGeom prst="rect">
            <a:avLst/>
          </a:prstGeom>
          <a:noFill/>
        </p:spPr>
        <p:txBody>
          <a:bodyPr wrap="square">
            <a:spAutoFit/>
          </a:bodyPr>
          <a:lstStyle/>
          <a:p>
            <a:pPr algn="ctr">
              <a:defRPr sz="1300" b="1" i="0">
                <a:solidFill>
                  <a:srgbClr val="FFFFFF"/>
                </a:solidFill>
                <a:latin typeface="Tenorite"/>
              </a:defRPr>
            </a:pPr>
            <a:r>
              <a:t>Terraform</a:t>
            </a:r>
            <a:br/>
            <a:r>
              <a:t>Provisions</a:t>
            </a:r>
          </a:p>
        </p:txBody>
      </p:sp>
      <p:sp>
        <p:nvSpPr>
          <p:cNvPr id="5" name="Rounded Rectangle 4"/>
          <p:cNvSpPr/>
          <p:nvPr/>
        </p:nvSpPr>
        <p:spPr>
          <a:xfrm>
            <a:off x="1110996" y="2560320"/>
            <a:ext cx="2103120" cy="1463040"/>
          </a:xfrm>
          <a:prstGeom prst="roundRect">
            <a:avLst>
              <a:gd name="adj" fmla="val 4000"/>
            </a:avLst>
          </a:prstGeom>
          <a:solidFill>
            <a:srgbClr val="FFFFFF"/>
          </a:solidFill>
          <a:ln w="12700">
            <a:solidFill>
              <a:srgbClr val="008CB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202436" y="2651760"/>
            <a:ext cx="1920240" cy="1280160"/>
          </a:xfrm>
          <a:prstGeom prst="rect">
            <a:avLst/>
          </a:prstGeom>
          <a:noFill/>
        </p:spPr>
        <p:txBody>
          <a:bodyPr wrap="square">
            <a:spAutoFit/>
          </a:bodyPr>
          <a:lstStyle/>
          <a:p>
            <a:pPr algn="ctr">
              <a:defRPr sz="1300" b="0" i="0">
                <a:solidFill>
                  <a:srgbClr val="5A5A5A"/>
                </a:solidFill>
                <a:latin typeface="Tenorite"/>
              </a:defRPr>
            </a:pPr>
            <a:r>
              <a:t>Creates RG, workspace,</a:t>
            </a:r>
            <a:br/>
            <a:r>
              <a:t>storage, ACR, Key Vault,</a:t>
            </a:r>
            <a:br/>
            <a:r>
              <a:t>Log Analytics</a:t>
            </a:r>
          </a:p>
        </p:txBody>
      </p:sp>
      <p:sp>
        <p:nvSpPr>
          <p:cNvPr id="7" name="Chevron 6"/>
          <p:cNvSpPr/>
          <p:nvPr/>
        </p:nvSpPr>
        <p:spPr>
          <a:xfrm>
            <a:off x="3031236" y="1645920"/>
            <a:ext cx="2194560" cy="685800"/>
          </a:xfrm>
          <a:prstGeom prst="chevron">
            <a:avLst/>
          </a:prstGeom>
          <a:solidFill>
            <a:srgbClr val="00A5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3351276" y="1755648"/>
            <a:ext cx="1554480" cy="502920"/>
          </a:xfrm>
          <a:prstGeom prst="rect">
            <a:avLst/>
          </a:prstGeom>
          <a:noFill/>
        </p:spPr>
        <p:txBody>
          <a:bodyPr wrap="square">
            <a:spAutoFit/>
          </a:bodyPr>
          <a:lstStyle/>
          <a:p>
            <a:pPr algn="ctr">
              <a:defRPr sz="1300" b="1" i="0">
                <a:solidFill>
                  <a:srgbClr val="FFFFFF"/>
                </a:solidFill>
                <a:latin typeface="Tenorite"/>
              </a:defRPr>
            </a:pPr>
            <a:r>
              <a:t>Register</a:t>
            </a:r>
            <a:br/>
            <a:r>
              <a:t>Data Assets</a:t>
            </a:r>
          </a:p>
        </p:txBody>
      </p:sp>
      <p:sp>
        <p:nvSpPr>
          <p:cNvPr id="9" name="Rounded Rectangle 8"/>
          <p:cNvSpPr/>
          <p:nvPr/>
        </p:nvSpPr>
        <p:spPr>
          <a:xfrm>
            <a:off x="3076956" y="2560320"/>
            <a:ext cx="2103120" cy="1463040"/>
          </a:xfrm>
          <a:prstGeom prst="roundRect">
            <a:avLst>
              <a:gd name="adj" fmla="val 4000"/>
            </a:avLst>
          </a:prstGeom>
          <a:solidFill>
            <a:srgbClr val="FFFFFF"/>
          </a:solidFill>
          <a:ln w="12700">
            <a:solidFill>
              <a:srgbClr val="00A5B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3168396" y="2651760"/>
            <a:ext cx="1920240" cy="1280160"/>
          </a:xfrm>
          <a:prstGeom prst="rect">
            <a:avLst/>
          </a:prstGeom>
          <a:noFill/>
        </p:spPr>
        <p:txBody>
          <a:bodyPr wrap="square">
            <a:spAutoFit/>
          </a:bodyPr>
          <a:lstStyle/>
          <a:p>
            <a:pPr algn="ctr">
              <a:defRPr sz="1300" b="0" i="0">
                <a:solidFill>
                  <a:srgbClr val="5A5A5A"/>
                </a:solidFill>
                <a:latin typeface="Tenorite"/>
              </a:defRPr>
            </a:pPr>
            <a:r>
              <a:t>Datastores point to</a:t>
            </a:r>
            <a:br/>
            <a:r>
              <a:t>storage; data assets</a:t>
            </a:r>
            <a:br/>
            <a:r>
              <a:t>define logical datasets</a:t>
            </a:r>
          </a:p>
        </p:txBody>
      </p:sp>
      <p:sp>
        <p:nvSpPr>
          <p:cNvPr id="11" name="Chevron 10"/>
          <p:cNvSpPr/>
          <p:nvPr/>
        </p:nvSpPr>
        <p:spPr>
          <a:xfrm>
            <a:off x="4997196" y="1645920"/>
            <a:ext cx="2194560" cy="685800"/>
          </a:xfrm>
          <a:prstGeom prst="chevron">
            <a:avLst/>
          </a:prstGeom>
          <a:solidFill>
            <a:srgbClr val="00A99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317236" y="1755648"/>
            <a:ext cx="1554480" cy="502920"/>
          </a:xfrm>
          <a:prstGeom prst="rect">
            <a:avLst/>
          </a:prstGeom>
          <a:noFill/>
        </p:spPr>
        <p:txBody>
          <a:bodyPr wrap="square">
            <a:spAutoFit/>
          </a:bodyPr>
          <a:lstStyle/>
          <a:p>
            <a:pPr algn="ctr">
              <a:defRPr sz="1300" b="1" i="0">
                <a:solidFill>
                  <a:srgbClr val="FFFFFF"/>
                </a:solidFill>
                <a:latin typeface="Tenorite"/>
              </a:defRPr>
            </a:pPr>
            <a:r>
              <a:t>Run Jobs on</a:t>
            </a:r>
            <a:br/>
            <a:r>
              <a:t>Compute</a:t>
            </a:r>
          </a:p>
        </p:txBody>
      </p:sp>
      <p:sp>
        <p:nvSpPr>
          <p:cNvPr id="13" name="Rounded Rectangle 12"/>
          <p:cNvSpPr/>
          <p:nvPr/>
        </p:nvSpPr>
        <p:spPr>
          <a:xfrm>
            <a:off x="5042916" y="2560320"/>
            <a:ext cx="2103120" cy="1463040"/>
          </a:xfrm>
          <a:prstGeom prst="roundRect">
            <a:avLst>
              <a:gd name="adj" fmla="val 4000"/>
            </a:avLst>
          </a:prstGeom>
          <a:solidFill>
            <a:srgbClr val="FFFFFF"/>
          </a:solidFill>
          <a:ln w="12700">
            <a:solidFill>
              <a:srgbClr val="00A99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5134356" y="2651760"/>
            <a:ext cx="1920240" cy="1280160"/>
          </a:xfrm>
          <a:prstGeom prst="rect">
            <a:avLst/>
          </a:prstGeom>
          <a:noFill/>
        </p:spPr>
        <p:txBody>
          <a:bodyPr wrap="square">
            <a:spAutoFit/>
          </a:bodyPr>
          <a:lstStyle/>
          <a:p>
            <a:pPr algn="ctr">
              <a:defRPr sz="1300" b="0" i="0">
                <a:solidFill>
                  <a:srgbClr val="5A5A5A"/>
                </a:solidFill>
                <a:latin typeface="Tenorite"/>
              </a:defRPr>
            </a:pPr>
            <a:r>
              <a:t>Jobs read from</a:t>
            </a:r>
            <a:br/>
            <a:r>
              <a:t>datastores, write</a:t>
            </a:r>
            <a:br/>
            <a:r>
              <a:t>outputs and metrics</a:t>
            </a:r>
          </a:p>
        </p:txBody>
      </p:sp>
      <p:sp>
        <p:nvSpPr>
          <p:cNvPr id="15" name="Chevron 14"/>
          <p:cNvSpPr/>
          <p:nvPr/>
        </p:nvSpPr>
        <p:spPr>
          <a:xfrm>
            <a:off x="6963155" y="1645920"/>
            <a:ext cx="2194560" cy="685800"/>
          </a:xfrm>
          <a:prstGeom prst="chevron">
            <a:avLst/>
          </a:prstGeom>
          <a:solidFill>
            <a:srgbClr val="00B89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7283195" y="1755648"/>
            <a:ext cx="1554480" cy="502920"/>
          </a:xfrm>
          <a:prstGeom prst="rect">
            <a:avLst/>
          </a:prstGeom>
          <a:noFill/>
        </p:spPr>
        <p:txBody>
          <a:bodyPr wrap="square">
            <a:spAutoFit/>
          </a:bodyPr>
          <a:lstStyle/>
          <a:p>
            <a:pPr algn="ctr">
              <a:defRPr sz="1300" b="1" i="0">
                <a:solidFill>
                  <a:srgbClr val="FFFFFF"/>
                </a:solidFill>
                <a:latin typeface="Tenorite"/>
              </a:defRPr>
            </a:pPr>
            <a:r>
              <a:t>Register &amp;</a:t>
            </a:r>
            <a:br/>
            <a:r>
              <a:t>Deploy Models</a:t>
            </a:r>
          </a:p>
        </p:txBody>
      </p:sp>
      <p:sp>
        <p:nvSpPr>
          <p:cNvPr id="17" name="Rounded Rectangle 16"/>
          <p:cNvSpPr/>
          <p:nvPr/>
        </p:nvSpPr>
        <p:spPr>
          <a:xfrm>
            <a:off x="7008875" y="2560320"/>
            <a:ext cx="2103120" cy="1463040"/>
          </a:xfrm>
          <a:prstGeom prst="roundRect">
            <a:avLst>
              <a:gd name="adj" fmla="val 4000"/>
            </a:avLst>
          </a:prstGeom>
          <a:solidFill>
            <a:srgbClr val="FFFFFF"/>
          </a:solidFill>
          <a:ln w="12700">
            <a:solidFill>
              <a:srgbClr val="00B89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7100316" y="2651760"/>
            <a:ext cx="1920240" cy="1280160"/>
          </a:xfrm>
          <a:prstGeom prst="rect">
            <a:avLst/>
          </a:prstGeom>
          <a:noFill/>
        </p:spPr>
        <p:txBody>
          <a:bodyPr wrap="square">
            <a:spAutoFit/>
          </a:bodyPr>
          <a:lstStyle/>
          <a:p>
            <a:pPr algn="ctr">
              <a:defRPr sz="1300" b="0" i="0">
                <a:solidFill>
                  <a:srgbClr val="5A5A5A"/>
                </a:solidFill>
                <a:latin typeface="Tenorite"/>
              </a:defRPr>
            </a:pPr>
            <a:r>
              <a:t>Models + environments</a:t>
            </a:r>
            <a:br/>
            <a:r>
              <a:t>registered; endpoints</a:t>
            </a:r>
            <a:br/>
            <a:r>
              <a:t>serve inference</a:t>
            </a:r>
          </a:p>
        </p:txBody>
      </p:sp>
      <p:sp>
        <p:nvSpPr>
          <p:cNvPr id="19" name="Chevron 18"/>
          <p:cNvSpPr/>
          <p:nvPr/>
        </p:nvSpPr>
        <p:spPr>
          <a:xfrm>
            <a:off x="8929116" y="1645920"/>
            <a:ext cx="2194560" cy="685800"/>
          </a:xfrm>
          <a:prstGeom prst="chevron">
            <a:avLst/>
          </a:prstGeom>
          <a:solidFill>
            <a:srgbClr val="F794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9249156" y="1755648"/>
            <a:ext cx="1554480" cy="502920"/>
          </a:xfrm>
          <a:prstGeom prst="rect">
            <a:avLst/>
          </a:prstGeom>
          <a:noFill/>
        </p:spPr>
        <p:txBody>
          <a:bodyPr wrap="square">
            <a:spAutoFit/>
          </a:bodyPr>
          <a:lstStyle/>
          <a:p>
            <a:pPr algn="ctr">
              <a:defRPr sz="1300" b="1" i="0">
                <a:solidFill>
                  <a:srgbClr val="FFFFFF"/>
                </a:solidFill>
                <a:latin typeface="Tenorite"/>
              </a:defRPr>
            </a:pPr>
            <a:r>
              <a:t>RAG via</a:t>
            </a:r>
            <a:br/>
            <a:r>
              <a:t>AI Search</a:t>
            </a:r>
          </a:p>
        </p:txBody>
      </p:sp>
      <p:sp>
        <p:nvSpPr>
          <p:cNvPr id="21" name="Rounded Rectangle 20"/>
          <p:cNvSpPr/>
          <p:nvPr/>
        </p:nvSpPr>
        <p:spPr>
          <a:xfrm>
            <a:off x="8974836" y="2560320"/>
            <a:ext cx="2103120" cy="1463040"/>
          </a:xfrm>
          <a:prstGeom prst="roundRect">
            <a:avLst>
              <a:gd name="adj" fmla="val 4000"/>
            </a:avLst>
          </a:prstGeom>
          <a:solidFill>
            <a:srgbClr val="FFFFFF"/>
          </a:solidFill>
          <a:ln w="12700">
            <a:solidFill>
              <a:srgbClr val="F7941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9066276" y="2651760"/>
            <a:ext cx="1920240" cy="1280160"/>
          </a:xfrm>
          <a:prstGeom prst="rect">
            <a:avLst/>
          </a:prstGeom>
          <a:noFill/>
        </p:spPr>
        <p:txBody>
          <a:bodyPr wrap="square">
            <a:spAutoFit/>
          </a:bodyPr>
          <a:lstStyle/>
          <a:p>
            <a:pPr algn="ctr">
              <a:defRPr sz="1300" b="0" i="0">
                <a:solidFill>
                  <a:srgbClr val="5A5A5A"/>
                </a:solidFill>
                <a:latin typeface="Tenorite"/>
              </a:defRPr>
            </a:pPr>
            <a:r>
              <a:t>Indexes text + vectors;</a:t>
            </a:r>
            <a:br/>
            <a:r>
              <a:t>prompt flow chains</a:t>
            </a:r>
            <a:br/>
            <a:r>
              <a:t>retrieval + generation</a:t>
            </a:r>
          </a:p>
        </p:txBody>
      </p:sp>
      <p:sp>
        <p:nvSpPr>
          <p:cNvPr id="23" name="TextBox 22"/>
          <p:cNvSpPr txBox="1"/>
          <p:nvPr/>
        </p:nvSpPr>
        <p:spPr>
          <a:xfrm>
            <a:off x="548640" y="4389120"/>
            <a:ext cx="11064240" cy="457200"/>
          </a:xfrm>
          <a:prstGeom prst="rect">
            <a:avLst/>
          </a:prstGeom>
          <a:noFill/>
        </p:spPr>
        <p:txBody>
          <a:bodyPr wrap="square">
            <a:spAutoFit/>
          </a:bodyPr>
          <a:lstStyle/>
          <a:p>
            <a:pPr algn="l">
              <a:defRPr sz="1400" b="0" i="1">
                <a:solidFill>
                  <a:srgbClr val="5A5A5A"/>
                </a:solidFill>
                <a:latin typeface="Tenorite"/>
              </a:defRPr>
            </a:pPr>
            <a:r>
              <a:t>The exam expects you to reason about which component does what, how data moves between storage and compute, and where models are tracked and deployed.</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Full Azure Resource Architecture</a:t>
            </a:r>
          </a:p>
        </p:txBody>
      </p:sp>
      <p:sp>
        <p:nvSpPr>
          <p:cNvPr id="3" name="TextBox 2"/>
          <p:cNvSpPr txBox="1"/>
          <p:nvPr/>
        </p:nvSpPr>
        <p:spPr>
          <a:xfrm>
            <a:off x="457200" y="1417320"/>
            <a:ext cx="11247120" cy="320040"/>
          </a:xfrm>
          <a:prstGeom prst="rect">
            <a:avLst/>
          </a:prstGeom>
          <a:noFill/>
        </p:spPr>
        <p:txBody>
          <a:bodyPr wrap="square">
            <a:spAutoFit/>
          </a:bodyPr>
          <a:lstStyle/>
          <a:p>
            <a:pPr algn="ctr">
              <a:defRPr sz="1400" b="0" i="1">
                <a:solidFill>
                  <a:srgbClr val="9E9E9E"/>
                </a:solidFill>
                <a:latin typeface="Tenorite"/>
              </a:defRPr>
            </a:pPr>
            <a:r>
              <a:t>All Azure resources and their relationships in the lab environment</a:t>
            </a:r>
          </a:p>
        </p:txBody>
      </p:sp>
      <p:pic>
        <p:nvPicPr>
          <p:cNvPr id="4" name="Picture 3" descr="05-full-resource-architecture-v2-cropped.png"/>
          <p:cNvPicPr>
            <a:picLocks noChangeAspect="1"/>
          </p:cNvPicPr>
          <p:nvPr/>
        </p:nvPicPr>
        <p:blipFill>
          <a:blip r:embed="rId2"/>
          <a:stretch>
            <a:fillRect/>
          </a:stretch>
        </p:blipFill>
        <p:spPr>
          <a:xfrm>
            <a:off x="633673" y="1874519"/>
            <a:ext cx="10921604" cy="4572000"/>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Terraform: The tf/ Folder</a:t>
            </a:r>
          </a:p>
        </p:txBody>
      </p:sp>
      <p:sp>
        <p:nvSpPr>
          <p:cNvPr id="3" name="Rounded Rectangle 2"/>
          <p:cNvSpPr/>
          <p:nvPr/>
        </p:nvSpPr>
        <p:spPr>
          <a:xfrm>
            <a:off x="548640" y="1554480"/>
            <a:ext cx="5303520" cy="4206240"/>
          </a:xfrm>
          <a:prstGeom prst="roundRect">
            <a:avLst>
              <a:gd name="adj" fmla="val 4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548640" y="1554480"/>
            <a:ext cx="5303520" cy="457200"/>
          </a:xfrm>
          <a:prstGeom prst="roundRect">
            <a:avLst>
              <a:gd name="adj" fmla="val 4000"/>
            </a:avLst>
          </a:prstGeom>
          <a:solidFill>
            <a:srgbClr val="008CB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48640" y="1627632"/>
            <a:ext cx="5303520" cy="365760"/>
          </a:xfrm>
          <a:prstGeom prst="rect">
            <a:avLst/>
          </a:prstGeom>
          <a:noFill/>
        </p:spPr>
        <p:txBody>
          <a:bodyPr wrap="square">
            <a:spAutoFit/>
          </a:bodyPr>
          <a:lstStyle/>
          <a:p>
            <a:pPr algn="ctr">
              <a:defRPr sz="1600" b="1" i="0">
                <a:solidFill>
                  <a:srgbClr val="FFFFFF"/>
                </a:solidFill>
                <a:latin typeface="Tenorite"/>
              </a:defRPr>
            </a:pPr>
            <a:r>
              <a:t>Terraform Responsibilities</a:t>
            </a:r>
          </a:p>
        </p:txBody>
      </p:sp>
      <p:sp>
        <p:nvSpPr>
          <p:cNvPr id="6" name="TextBox 5"/>
          <p:cNvSpPr txBox="1"/>
          <p:nvPr/>
        </p:nvSpPr>
        <p:spPr>
          <a:xfrm>
            <a:off x="777240" y="2194560"/>
            <a:ext cx="4846320" cy="3200400"/>
          </a:xfrm>
          <a:prstGeom prst="rect">
            <a:avLst/>
          </a:prstGeom>
          <a:noFill/>
        </p:spPr>
        <p:txBody>
          <a:bodyPr wrap="square">
            <a:spAutoFit/>
          </a:bodyPr>
          <a:lstStyle/>
          <a:p>
            <a:pPr>
              <a:spcBef>
                <a:spcPts val="0"/>
              </a:spcBef>
              <a:defRPr sz="1500">
                <a:solidFill>
                  <a:srgbClr val="5A5A5A"/>
                </a:solidFill>
                <a:latin typeface="Tenorite"/>
              </a:defRPr>
            </a:pPr>
            <a:r>
              <a:t>•  Create and configure the Azure ML workspace</a:t>
            </a:r>
          </a:p>
          <a:p>
            <a:pPr>
              <a:spcBef>
                <a:spcPts val="1000"/>
              </a:spcBef>
              <a:defRPr sz="1500">
                <a:solidFill>
                  <a:srgbClr val="5A5A5A"/>
                </a:solidFill>
                <a:latin typeface="Tenorite"/>
              </a:defRPr>
            </a:pPr>
            <a:r>
              <a:t>•  Provision storage, ACR, Key Vault, Log Analytics, compute</a:t>
            </a:r>
          </a:p>
          <a:p>
            <a:pPr>
              <a:spcBef>
                <a:spcPts val="1000"/>
              </a:spcBef>
              <a:defRPr sz="1500">
                <a:solidFill>
                  <a:srgbClr val="5A5A5A"/>
                </a:solidFill>
                <a:latin typeface="Tenorite"/>
              </a:defRPr>
            </a:pPr>
            <a:r>
              <a:t>•  Set basic RBAC at the resource group or workspace level</a:t>
            </a:r>
          </a:p>
          <a:p>
            <a:pPr>
              <a:spcBef>
                <a:spcPts val="1000"/>
              </a:spcBef>
              <a:defRPr sz="1500">
                <a:solidFill>
                  <a:srgbClr val="5A5A5A"/>
                </a:solidFill>
                <a:latin typeface="Tenorite"/>
              </a:defRPr>
            </a:pPr>
            <a:r>
              <a:t>•  Output connection strings and resource IDs for labs</a:t>
            </a:r>
          </a:p>
        </p:txBody>
      </p:sp>
      <p:sp>
        <p:nvSpPr>
          <p:cNvPr id="7" name="Rounded Rectangle 6"/>
          <p:cNvSpPr/>
          <p:nvPr/>
        </p:nvSpPr>
        <p:spPr>
          <a:xfrm>
            <a:off x="6309360" y="1554480"/>
            <a:ext cx="5303520" cy="4206240"/>
          </a:xfrm>
          <a:prstGeom prst="roundRect">
            <a:avLst>
              <a:gd name="adj" fmla="val 4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6309360" y="1554480"/>
            <a:ext cx="5303520" cy="457200"/>
          </a:xfrm>
          <a:prstGeom prst="roundRect">
            <a:avLst>
              <a:gd name="adj" fmla="val 4000"/>
            </a:avLst>
          </a:prstGeom>
          <a:solidFill>
            <a:srgbClr val="00B89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309360" y="1627632"/>
            <a:ext cx="5303520" cy="365760"/>
          </a:xfrm>
          <a:prstGeom prst="rect">
            <a:avLst/>
          </a:prstGeom>
          <a:noFill/>
        </p:spPr>
        <p:txBody>
          <a:bodyPr wrap="square">
            <a:spAutoFit/>
          </a:bodyPr>
          <a:lstStyle/>
          <a:p>
            <a:pPr algn="ctr">
              <a:defRPr sz="1600" b="1" i="0">
                <a:solidFill>
                  <a:srgbClr val="FFFFFF"/>
                </a:solidFill>
                <a:latin typeface="Tenorite"/>
              </a:defRPr>
            </a:pPr>
            <a:r>
              <a:t>Benefits for DP-100 Prep</a:t>
            </a:r>
          </a:p>
        </p:txBody>
      </p:sp>
      <p:sp>
        <p:nvSpPr>
          <p:cNvPr id="10" name="TextBox 9"/>
          <p:cNvSpPr txBox="1"/>
          <p:nvPr/>
        </p:nvSpPr>
        <p:spPr>
          <a:xfrm>
            <a:off x="6537960" y="2194560"/>
            <a:ext cx="4846320" cy="3200400"/>
          </a:xfrm>
          <a:prstGeom prst="rect">
            <a:avLst/>
          </a:prstGeom>
          <a:noFill/>
        </p:spPr>
        <p:txBody>
          <a:bodyPr wrap="square">
            <a:spAutoFit/>
          </a:bodyPr>
          <a:lstStyle/>
          <a:p>
            <a:pPr>
              <a:spcBef>
                <a:spcPts val="0"/>
              </a:spcBef>
              <a:defRPr sz="1500">
                <a:solidFill>
                  <a:srgbClr val="5A5A5A"/>
                </a:solidFill>
                <a:latin typeface="Tenorite"/>
              </a:defRPr>
            </a:pPr>
            <a:r>
              <a:t>•  Consistent, repeatable environment every time</a:t>
            </a:r>
          </a:p>
          <a:p>
            <a:pPr>
              <a:spcBef>
                <a:spcPts val="1000"/>
              </a:spcBef>
              <a:defRPr sz="1500">
                <a:solidFill>
                  <a:srgbClr val="5A5A5A"/>
                </a:solidFill>
                <a:latin typeface="Tenorite"/>
              </a:defRPr>
            </a:pPr>
            <a:r>
              <a:t>•  Practice with real-world IaC patterns</a:t>
            </a:r>
          </a:p>
          <a:p>
            <a:pPr>
              <a:spcBef>
                <a:spcPts val="1000"/>
              </a:spcBef>
              <a:defRPr sz="1500">
                <a:solidFill>
                  <a:srgbClr val="5A5A5A"/>
                </a:solidFill>
                <a:latin typeface="Tenorite"/>
              </a:defRPr>
            </a:pPr>
            <a:r>
              <a:t>•  More class time on ML, less on portal clicks</a:t>
            </a:r>
          </a:p>
          <a:p>
            <a:pPr>
              <a:spcBef>
                <a:spcPts val="1000"/>
              </a:spcBef>
              <a:defRPr sz="1500">
                <a:solidFill>
                  <a:srgbClr val="5A5A5A"/>
                </a:solidFill>
                <a:latin typeface="Tenorite"/>
              </a:defRPr>
            </a:pPr>
            <a:r>
              <a:t>•  Students can map Terraform outputs to exam topics</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Lab Defaults and Production Hardening</a:t>
            </a:r>
          </a:p>
        </p:txBody>
      </p:sp>
      <p:sp>
        <p:nvSpPr>
          <p:cNvPr id="3" name="Rounded Rectangle 2"/>
          <p:cNvSpPr/>
          <p:nvPr/>
        </p:nvSpPr>
        <p:spPr>
          <a:xfrm>
            <a:off x="548640" y="1554480"/>
            <a:ext cx="5303520" cy="3931920"/>
          </a:xfrm>
          <a:prstGeom prst="roundRect">
            <a:avLst>
              <a:gd name="adj" fmla="val 4000"/>
            </a:avLst>
          </a:prstGeom>
          <a:solidFill>
            <a:srgbClr val="FFFFFF"/>
          </a:solidFill>
          <a:ln w="25400">
            <a:solidFill>
              <a:srgbClr val="F7941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548640" y="1554480"/>
            <a:ext cx="5303520" cy="457200"/>
          </a:xfrm>
          <a:prstGeom prst="roundRect">
            <a:avLst>
              <a:gd name="adj" fmla="val 4000"/>
            </a:avLst>
          </a:prstGeom>
          <a:solidFill>
            <a:srgbClr val="F794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48640" y="1627632"/>
            <a:ext cx="5303520" cy="365760"/>
          </a:xfrm>
          <a:prstGeom prst="rect">
            <a:avLst/>
          </a:prstGeom>
          <a:noFill/>
        </p:spPr>
        <p:txBody>
          <a:bodyPr wrap="square">
            <a:spAutoFit/>
          </a:bodyPr>
          <a:lstStyle/>
          <a:p>
            <a:pPr algn="ctr">
              <a:defRPr sz="1600" b="1" i="0">
                <a:solidFill>
                  <a:srgbClr val="FFFFFF"/>
                </a:solidFill>
                <a:latin typeface="Tenorite"/>
              </a:defRPr>
            </a:pPr>
            <a:r>
              <a:t>Lab Defaults (for simplicity)</a:t>
            </a:r>
          </a:p>
        </p:txBody>
      </p:sp>
      <p:sp>
        <p:nvSpPr>
          <p:cNvPr id="6" name="TextBox 5"/>
          <p:cNvSpPr txBox="1"/>
          <p:nvPr/>
        </p:nvSpPr>
        <p:spPr>
          <a:xfrm>
            <a:off x="777240" y="2194560"/>
            <a:ext cx="4846320" cy="2926080"/>
          </a:xfrm>
          <a:prstGeom prst="rect">
            <a:avLst/>
          </a:prstGeom>
          <a:noFill/>
        </p:spPr>
        <p:txBody>
          <a:bodyPr wrap="square">
            <a:spAutoFit/>
          </a:bodyPr>
          <a:lstStyle/>
          <a:p>
            <a:pPr>
              <a:spcBef>
                <a:spcPts val="0"/>
              </a:spcBef>
              <a:defRPr sz="1400">
                <a:solidFill>
                  <a:srgbClr val="5A5A5A"/>
                </a:solidFill>
                <a:latin typeface="Tenorite"/>
              </a:defRPr>
            </a:pPr>
            <a:r>
              <a:t>•  Public endpoints enabled for all services</a:t>
            </a:r>
          </a:p>
          <a:p>
            <a:pPr>
              <a:spcBef>
                <a:spcPts val="800"/>
              </a:spcBef>
              <a:defRPr sz="1400">
                <a:solidFill>
                  <a:srgbClr val="5A5A5A"/>
                </a:solidFill>
                <a:latin typeface="Tenorite"/>
              </a:defRPr>
            </a:pPr>
            <a:r>
              <a:t>•  ACR admin user enabled</a:t>
            </a:r>
          </a:p>
          <a:p>
            <a:pPr>
              <a:spcBef>
                <a:spcPts val="800"/>
              </a:spcBef>
              <a:defRPr sz="1400">
                <a:solidFill>
                  <a:srgbClr val="5A5A5A"/>
                </a:solidFill>
                <a:latin typeface="Tenorite"/>
              </a:defRPr>
            </a:pPr>
            <a:r>
              <a:t>•  Key Vault purge protection off</a:t>
            </a:r>
          </a:p>
          <a:p>
            <a:pPr>
              <a:spcBef>
                <a:spcPts val="800"/>
              </a:spcBef>
              <a:defRPr sz="1400">
                <a:solidFill>
                  <a:srgbClr val="5A5A5A"/>
                </a:solidFill>
                <a:latin typeface="Tenorite"/>
              </a:defRPr>
            </a:pPr>
            <a:r>
              <a:t>•  Minimal firewall rules</a:t>
            </a:r>
          </a:p>
          <a:p>
            <a:pPr>
              <a:spcBef>
                <a:spcPts val="800"/>
              </a:spcBef>
              <a:defRPr sz="1400">
                <a:solidFill>
                  <a:srgbClr val="5A5A5A"/>
                </a:solidFill>
                <a:latin typeface="Tenorite"/>
              </a:defRPr>
            </a:pPr>
            <a:r>
              <a:t>•  Fewer network restrictions</a:t>
            </a:r>
          </a:p>
        </p:txBody>
      </p:sp>
      <p:sp>
        <p:nvSpPr>
          <p:cNvPr id="7" name="Rounded Rectangle 6"/>
          <p:cNvSpPr/>
          <p:nvPr/>
        </p:nvSpPr>
        <p:spPr>
          <a:xfrm>
            <a:off x="6309360" y="1554480"/>
            <a:ext cx="5303520" cy="3931920"/>
          </a:xfrm>
          <a:prstGeom prst="roundRect">
            <a:avLst>
              <a:gd name="adj" fmla="val 4000"/>
            </a:avLst>
          </a:prstGeom>
          <a:solidFill>
            <a:srgbClr val="FFFFFF"/>
          </a:solidFill>
          <a:ln w="25400">
            <a:solidFill>
              <a:srgbClr val="00B89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6309360" y="1554480"/>
            <a:ext cx="5303520" cy="457200"/>
          </a:xfrm>
          <a:prstGeom prst="roundRect">
            <a:avLst>
              <a:gd name="adj" fmla="val 4000"/>
            </a:avLst>
          </a:prstGeom>
          <a:solidFill>
            <a:srgbClr val="00B89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309360" y="1627632"/>
            <a:ext cx="5303520" cy="365760"/>
          </a:xfrm>
          <a:prstGeom prst="rect">
            <a:avLst/>
          </a:prstGeom>
          <a:noFill/>
        </p:spPr>
        <p:txBody>
          <a:bodyPr wrap="square">
            <a:spAutoFit/>
          </a:bodyPr>
          <a:lstStyle/>
          <a:p>
            <a:pPr algn="ctr">
              <a:defRPr sz="1600" b="1" i="0">
                <a:solidFill>
                  <a:srgbClr val="FFFFFF"/>
                </a:solidFill>
                <a:latin typeface="Tenorite"/>
              </a:defRPr>
            </a:pPr>
            <a:r>
              <a:t>Production Hardening Goals</a:t>
            </a:r>
          </a:p>
        </p:txBody>
      </p:sp>
      <p:sp>
        <p:nvSpPr>
          <p:cNvPr id="10" name="TextBox 9"/>
          <p:cNvSpPr txBox="1"/>
          <p:nvPr/>
        </p:nvSpPr>
        <p:spPr>
          <a:xfrm>
            <a:off x="6537960" y="2194560"/>
            <a:ext cx="4846320" cy="2926080"/>
          </a:xfrm>
          <a:prstGeom prst="rect">
            <a:avLst/>
          </a:prstGeom>
          <a:noFill/>
        </p:spPr>
        <p:txBody>
          <a:bodyPr wrap="square">
            <a:spAutoFit/>
          </a:bodyPr>
          <a:lstStyle/>
          <a:p>
            <a:pPr>
              <a:spcBef>
                <a:spcPts val="0"/>
              </a:spcBef>
              <a:defRPr sz="1400">
                <a:solidFill>
                  <a:srgbClr val="5A5A5A"/>
                </a:solidFill>
                <a:latin typeface="Tenorite"/>
              </a:defRPr>
            </a:pPr>
            <a:r>
              <a:t>•  Private endpoints for all data services</a:t>
            </a:r>
          </a:p>
          <a:p>
            <a:pPr>
              <a:spcBef>
                <a:spcPts val="800"/>
              </a:spcBef>
              <a:defRPr sz="1400">
                <a:solidFill>
                  <a:srgbClr val="5A5A5A"/>
                </a:solidFill>
                <a:latin typeface="Tenorite"/>
              </a:defRPr>
            </a:pPr>
            <a:r>
              <a:t>•  Disable public network access</a:t>
            </a:r>
          </a:p>
          <a:p>
            <a:pPr>
              <a:spcBef>
                <a:spcPts val="800"/>
              </a:spcBef>
              <a:defRPr sz="1400">
                <a:solidFill>
                  <a:srgbClr val="5A5A5A"/>
                </a:solidFill>
                <a:latin typeface="Tenorite"/>
              </a:defRPr>
            </a:pPr>
            <a:r>
              <a:t>•  Managed identities instead of admin keys</a:t>
            </a:r>
          </a:p>
          <a:p>
            <a:pPr>
              <a:spcBef>
                <a:spcPts val="800"/>
              </a:spcBef>
              <a:defRPr sz="1400">
                <a:solidFill>
                  <a:srgbClr val="5A5A5A"/>
                </a:solidFill>
                <a:latin typeface="Tenorite"/>
              </a:defRPr>
            </a:pPr>
            <a:r>
              <a:t>•  Key Vault soft delete and purge protection</a:t>
            </a:r>
          </a:p>
          <a:p>
            <a:pPr>
              <a:spcBef>
                <a:spcPts val="800"/>
              </a:spcBef>
              <a:defRPr sz="1400">
                <a:solidFill>
                  <a:srgbClr val="5A5A5A"/>
                </a:solidFill>
                <a:latin typeface="Tenorite"/>
              </a:defRPr>
            </a:pPr>
            <a:r>
              <a:t>•  Centralized logging via Azure Monitor</a:t>
            </a:r>
          </a:p>
        </p:txBody>
      </p:sp>
      <p:sp>
        <p:nvSpPr>
          <p:cNvPr id="11" name="TextBox 10"/>
          <p:cNvSpPr txBox="1"/>
          <p:nvPr/>
        </p:nvSpPr>
        <p:spPr>
          <a:xfrm>
            <a:off x="548640" y="5669280"/>
            <a:ext cx="11064240" cy="457200"/>
          </a:xfrm>
          <a:prstGeom prst="rect">
            <a:avLst/>
          </a:prstGeom>
          <a:noFill/>
        </p:spPr>
        <p:txBody>
          <a:bodyPr wrap="square">
            <a:spAutoFit/>
          </a:bodyPr>
          <a:lstStyle/>
          <a:p>
            <a:pPr algn="l">
              <a:defRPr sz="1400" b="0" i="1">
                <a:solidFill>
                  <a:srgbClr val="9E9E9E"/>
                </a:solidFill>
                <a:latin typeface="Tenorite"/>
              </a:defRPr>
            </a:pPr>
            <a:r>
              <a:t>Some exam questions assume a more hardened environment than our lab uses. Keep this distinction in mind when answering security-related questions.</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Lab Defaults vs Production Hardening</a:t>
            </a:r>
          </a:p>
        </p:txBody>
      </p:sp>
      <p:sp>
        <p:nvSpPr>
          <p:cNvPr id="3" name="TextBox 2"/>
          <p:cNvSpPr txBox="1"/>
          <p:nvPr/>
        </p:nvSpPr>
        <p:spPr>
          <a:xfrm>
            <a:off x="457200" y="1417320"/>
            <a:ext cx="11247120" cy="320040"/>
          </a:xfrm>
          <a:prstGeom prst="rect">
            <a:avLst/>
          </a:prstGeom>
          <a:noFill/>
        </p:spPr>
        <p:txBody>
          <a:bodyPr wrap="square">
            <a:spAutoFit/>
          </a:bodyPr>
          <a:lstStyle/>
          <a:p>
            <a:pPr algn="ctr">
              <a:defRPr sz="1400" b="0" i="1">
                <a:solidFill>
                  <a:srgbClr val="9E9E9E"/>
                </a:solidFill>
                <a:latin typeface="Tenorite"/>
              </a:defRPr>
            </a:pPr>
            <a:r>
              <a:t>Same resources, different security postures</a:t>
            </a:r>
          </a:p>
        </p:txBody>
      </p:sp>
      <p:pic>
        <p:nvPicPr>
          <p:cNvPr id="4" name="Picture 3" descr="06-lab-vs-production-v2-cropped.png"/>
          <p:cNvPicPr>
            <a:picLocks noChangeAspect="1"/>
          </p:cNvPicPr>
          <p:nvPr/>
        </p:nvPicPr>
        <p:blipFill>
          <a:blip r:embed="rId2"/>
          <a:stretch>
            <a:fillRect/>
          </a:stretch>
        </p:blipFill>
        <p:spPr>
          <a:xfrm>
            <a:off x="503240" y="1874519"/>
            <a:ext cx="11182471" cy="4572000"/>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RBAC at the Resource Group Level</a:t>
            </a:r>
          </a:p>
        </p:txBody>
      </p:sp>
      <p:sp>
        <p:nvSpPr>
          <p:cNvPr id="3" name="Rounded Rectangle 2"/>
          <p:cNvSpPr/>
          <p:nvPr/>
        </p:nvSpPr>
        <p:spPr>
          <a:xfrm>
            <a:off x="608076" y="1645920"/>
            <a:ext cx="10972800" cy="1188720"/>
          </a:xfrm>
          <a:prstGeom prst="roundRect">
            <a:avLst>
              <a:gd name="adj" fmla="val 4000"/>
            </a:avLst>
          </a:prstGeom>
          <a:solidFill>
            <a:srgbClr val="FFFFFF"/>
          </a:solidFill>
          <a:ln w="25400">
            <a:solidFill>
              <a:srgbClr val="008CB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790956" y="1783080"/>
            <a:ext cx="3657600" cy="365760"/>
          </a:xfrm>
          <a:prstGeom prst="roundRect">
            <a:avLst>
              <a:gd name="adj" fmla="val 15000"/>
            </a:avLst>
          </a:prstGeom>
          <a:solidFill>
            <a:srgbClr val="008CB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90956" y="1828800"/>
            <a:ext cx="3657600" cy="320040"/>
          </a:xfrm>
          <a:prstGeom prst="rect">
            <a:avLst/>
          </a:prstGeom>
          <a:noFill/>
        </p:spPr>
        <p:txBody>
          <a:bodyPr wrap="square">
            <a:spAutoFit/>
          </a:bodyPr>
          <a:lstStyle/>
          <a:p>
            <a:pPr algn="ctr">
              <a:defRPr sz="1400" b="1" i="0">
                <a:solidFill>
                  <a:srgbClr val="FFFFFF"/>
                </a:solidFill>
                <a:latin typeface="Tenorite"/>
              </a:defRPr>
            </a:pPr>
            <a:r>
              <a:t>Owner / Contributor</a:t>
            </a:r>
          </a:p>
        </p:txBody>
      </p:sp>
      <p:sp>
        <p:nvSpPr>
          <p:cNvPr id="6" name="Rounded Rectangle 5"/>
          <p:cNvSpPr/>
          <p:nvPr/>
        </p:nvSpPr>
        <p:spPr>
          <a:xfrm>
            <a:off x="4585716" y="1783080"/>
            <a:ext cx="1463040" cy="365760"/>
          </a:xfrm>
          <a:prstGeom prst="roundRect">
            <a:avLst>
              <a:gd name="adj" fmla="val 15000"/>
            </a:avLst>
          </a:prstGeom>
          <a:solidFill>
            <a:srgbClr val="0D21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585716" y="1828800"/>
            <a:ext cx="1463040" cy="320040"/>
          </a:xfrm>
          <a:prstGeom prst="rect">
            <a:avLst/>
          </a:prstGeom>
          <a:noFill/>
        </p:spPr>
        <p:txBody>
          <a:bodyPr wrap="square">
            <a:spAutoFit/>
          </a:bodyPr>
          <a:lstStyle/>
          <a:p>
            <a:pPr algn="ctr">
              <a:defRPr sz="1300" b="1" i="0">
                <a:solidFill>
                  <a:srgbClr val="FFFFFF"/>
                </a:solidFill>
                <a:latin typeface="Tenorite"/>
              </a:defRPr>
            </a:pPr>
            <a:r>
              <a:t>Instructor</a:t>
            </a:r>
          </a:p>
        </p:txBody>
      </p:sp>
      <p:sp>
        <p:nvSpPr>
          <p:cNvPr id="8" name="TextBox 7"/>
          <p:cNvSpPr txBox="1"/>
          <p:nvPr/>
        </p:nvSpPr>
        <p:spPr>
          <a:xfrm>
            <a:off x="790956" y="2286000"/>
            <a:ext cx="10607040" cy="457200"/>
          </a:xfrm>
          <a:prstGeom prst="rect">
            <a:avLst/>
          </a:prstGeom>
          <a:noFill/>
        </p:spPr>
        <p:txBody>
          <a:bodyPr wrap="square">
            <a:spAutoFit/>
          </a:bodyPr>
          <a:lstStyle/>
          <a:p>
            <a:pPr algn="l">
              <a:defRPr sz="1400" b="0" i="0">
                <a:solidFill>
                  <a:srgbClr val="5A5A5A"/>
                </a:solidFill>
                <a:latin typeface="Tenorite"/>
              </a:defRPr>
            </a:pPr>
            <a:r>
              <a:t>Full control over the resource group, workspace, and all lab resources</a:t>
            </a:r>
          </a:p>
        </p:txBody>
      </p:sp>
      <p:sp>
        <p:nvSpPr>
          <p:cNvPr id="9" name="Rounded Rectangle 8"/>
          <p:cNvSpPr/>
          <p:nvPr/>
        </p:nvSpPr>
        <p:spPr>
          <a:xfrm>
            <a:off x="608076" y="2971800"/>
            <a:ext cx="10972800" cy="1188720"/>
          </a:xfrm>
          <a:prstGeom prst="roundRect">
            <a:avLst>
              <a:gd name="adj" fmla="val 4000"/>
            </a:avLst>
          </a:prstGeom>
          <a:solidFill>
            <a:srgbClr val="FFFFFF"/>
          </a:solidFill>
          <a:ln w="25400">
            <a:solidFill>
              <a:srgbClr val="00A99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790956" y="3108960"/>
            <a:ext cx="3657600" cy="365760"/>
          </a:xfrm>
          <a:prstGeom prst="roundRect">
            <a:avLst>
              <a:gd name="adj" fmla="val 15000"/>
            </a:avLst>
          </a:prstGeom>
          <a:solidFill>
            <a:srgbClr val="00A99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90956" y="3154680"/>
            <a:ext cx="3657600" cy="320040"/>
          </a:xfrm>
          <a:prstGeom prst="rect">
            <a:avLst/>
          </a:prstGeom>
          <a:noFill/>
        </p:spPr>
        <p:txBody>
          <a:bodyPr wrap="square">
            <a:spAutoFit/>
          </a:bodyPr>
          <a:lstStyle/>
          <a:p>
            <a:pPr algn="ctr">
              <a:defRPr sz="1400" b="1" i="0">
                <a:solidFill>
                  <a:srgbClr val="FFFFFF"/>
                </a:solidFill>
                <a:latin typeface="Tenorite"/>
              </a:defRPr>
            </a:pPr>
            <a:r>
              <a:t>Contributor / ML Workspace Contributor</a:t>
            </a:r>
          </a:p>
        </p:txBody>
      </p:sp>
      <p:sp>
        <p:nvSpPr>
          <p:cNvPr id="12" name="Rounded Rectangle 11"/>
          <p:cNvSpPr/>
          <p:nvPr/>
        </p:nvSpPr>
        <p:spPr>
          <a:xfrm>
            <a:off x="4585716" y="3108960"/>
            <a:ext cx="1463040" cy="365760"/>
          </a:xfrm>
          <a:prstGeom prst="roundRect">
            <a:avLst>
              <a:gd name="adj" fmla="val 15000"/>
            </a:avLst>
          </a:prstGeom>
          <a:solidFill>
            <a:srgbClr val="0D21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585716" y="3154680"/>
            <a:ext cx="1463040" cy="320040"/>
          </a:xfrm>
          <a:prstGeom prst="rect">
            <a:avLst/>
          </a:prstGeom>
          <a:noFill/>
        </p:spPr>
        <p:txBody>
          <a:bodyPr wrap="square">
            <a:spAutoFit/>
          </a:bodyPr>
          <a:lstStyle/>
          <a:p>
            <a:pPr algn="ctr">
              <a:defRPr sz="1300" b="1" i="0">
                <a:solidFill>
                  <a:srgbClr val="FFFFFF"/>
                </a:solidFill>
                <a:latin typeface="Tenorite"/>
              </a:defRPr>
            </a:pPr>
            <a:r>
              <a:t>Students</a:t>
            </a:r>
          </a:p>
        </p:txBody>
      </p:sp>
      <p:sp>
        <p:nvSpPr>
          <p:cNvPr id="14" name="TextBox 13"/>
          <p:cNvSpPr txBox="1"/>
          <p:nvPr/>
        </p:nvSpPr>
        <p:spPr>
          <a:xfrm>
            <a:off x="790956" y="3611880"/>
            <a:ext cx="10607040" cy="457200"/>
          </a:xfrm>
          <a:prstGeom prst="rect">
            <a:avLst/>
          </a:prstGeom>
          <a:noFill/>
        </p:spPr>
        <p:txBody>
          <a:bodyPr wrap="square">
            <a:spAutoFit/>
          </a:bodyPr>
          <a:lstStyle/>
          <a:p>
            <a:pPr algn="l">
              <a:defRPr sz="1400" b="0" i="0">
                <a:solidFill>
                  <a:srgbClr val="5A5A5A"/>
                </a:solidFill>
                <a:latin typeface="Tenorite"/>
              </a:defRPr>
            </a:pPr>
            <a:r>
              <a:t>Create and manage ML assets, run experiments, deploy models within the workspace</a:t>
            </a:r>
          </a:p>
        </p:txBody>
      </p:sp>
      <p:sp>
        <p:nvSpPr>
          <p:cNvPr id="15" name="Rounded Rectangle 14"/>
          <p:cNvSpPr/>
          <p:nvPr/>
        </p:nvSpPr>
        <p:spPr>
          <a:xfrm>
            <a:off x="608076" y="4297680"/>
            <a:ext cx="10972800" cy="1188720"/>
          </a:xfrm>
          <a:prstGeom prst="roundRect">
            <a:avLst>
              <a:gd name="adj" fmla="val 4000"/>
            </a:avLst>
          </a:prstGeom>
          <a:solidFill>
            <a:srgbClr val="FFFFFF"/>
          </a:solidFill>
          <a:ln w="25400">
            <a:solidFill>
              <a:srgbClr val="9E9E9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ounded Rectangle 15"/>
          <p:cNvSpPr/>
          <p:nvPr/>
        </p:nvSpPr>
        <p:spPr>
          <a:xfrm>
            <a:off x="790956" y="4434840"/>
            <a:ext cx="3657600" cy="365760"/>
          </a:xfrm>
          <a:prstGeom prst="roundRect">
            <a:avLst>
              <a:gd name="adj" fmla="val 15000"/>
            </a:avLst>
          </a:prstGeom>
          <a:solidFill>
            <a:srgbClr val="9E9E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790956" y="4480560"/>
            <a:ext cx="3657600" cy="320040"/>
          </a:xfrm>
          <a:prstGeom prst="rect">
            <a:avLst/>
          </a:prstGeom>
          <a:noFill/>
        </p:spPr>
        <p:txBody>
          <a:bodyPr wrap="square">
            <a:spAutoFit/>
          </a:bodyPr>
          <a:lstStyle/>
          <a:p>
            <a:pPr algn="ctr">
              <a:defRPr sz="1400" b="1" i="0">
                <a:solidFill>
                  <a:srgbClr val="FFFFFF"/>
                </a:solidFill>
                <a:latin typeface="Tenorite"/>
              </a:defRPr>
            </a:pPr>
            <a:r>
              <a:t>Reader</a:t>
            </a:r>
          </a:p>
        </p:txBody>
      </p:sp>
      <p:sp>
        <p:nvSpPr>
          <p:cNvPr id="18" name="Rounded Rectangle 17"/>
          <p:cNvSpPr/>
          <p:nvPr/>
        </p:nvSpPr>
        <p:spPr>
          <a:xfrm>
            <a:off x="4585716" y="4434840"/>
            <a:ext cx="1463040" cy="365760"/>
          </a:xfrm>
          <a:prstGeom prst="roundRect">
            <a:avLst>
              <a:gd name="adj" fmla="val 15000"/>
            </a:avLst>
          </a:prstGeom>
          <a:solidFill>
            <a:srgbClr val="0D21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4585716" y="4480560"/>
            <a:ext cx="1463040" cy="320040"/>
          </a:xfrm>
          <a:prstGeom prst="rect">
            <a:avLst/>
          </a:prstGeom>
          <a:noFill/>
        </p:spPr>
        <p:txBody>
          <a:bodyPr wrap="square">
            <a:spAutoFit/>
          </a:bodyPr>
          <a:lstStyle/>
          <a:p>
            <a:pPr algn="ctr">
              <a:defRPr sz="1300" b="1" i="0">
                <a:solidFill>
                  <a:srgbClr val="FFFFFF"/>
                </a:solidFill>
                <a:latin typeface="Tenorite"/>
              </a:defRPr>
            </a:pPr>
            <a:r>
              <a:t>Observers / Auditors</a:t>
            </a:r>
          </a:p>
        </p:txBody>
      </p:sp>
      <p:sp>
        <p:nvSpPr>
          <p:cNvPr id="20" name="TextBox 19"/>
          <p:cNvSpPr txBox="1"/>
          <p:nvPr/>
        </p:nvSpPr>
        <p:spPr>
          <a:xfrm>
            <a:off x="790956" y="4937760"/>
            <a:ext cx="10607040" cy="457200"/>
          </a:xfrm>
          <a:prstGeom prst="rect">
            <a:avLst/>
          </a:prstGeom>
          <a:noFill/>
        </p:spPr>
        <p:txBody>
          <a:bodyPr wrap="square">
            <a:spAutoFit/>
          </a:bodyPr>
          <a:lstStyle/>
          <a:p>
            <a:pPr algn="l">
              <a:defRPr sz="1400" b="0" i="0">
                <a:solidFill>
                  <a:srgbClr val="5A5A5A"/>
                </a:solidFill>
                <a:latin typeface="Tenorite"/>
              </a:defRPr>
            </a:pPr>
            <a:r>
              <a:t>View resources and configurations without making changes</a:t>
            </a:r>
          </a:p>
        </p:txBody>
      </p:sp>
      <p:sp>
        <p:nvSpPr>
          <p:cNvPr id="21" name="Rounded Rectangle 20"/>
          <p:cNvSpPr/>
          <p:nvPr/>
        </p:nvSpPr>
        <p:spPr>
          <a:xfrm>
            <a:off x="548640" y="5394960"/>
            <a:ext cx="11064240" cy="594360"/>
          </a:xfrm>
          <a:prstGeom prst="roundRect">
            <a:avLst>
              <a:gd name="adj" fmla="val 4000"/>
            </a:avLst>
          </a:prstGeom>
          <a:solidFill>
            <a:srgbClr val="0D21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822960" y="5468112"/>
            <a:ext cx="10515600" cy="457200"/>
          </a:xfrm>
          <a:prstGeom prst="rect">
            <a:avLst/>
          </a:prstGeom>
          <a:noFill/>
        </p:spPr>
        <p:txBody>
          <a:bodyPr wrap="square">
            <a:spAutoFit/>
          </a:bodyPr>
          <a:lstStyle/>
          <a:p>
            <a:pPr algn="l">
              <a:defRPr sz="1400" b="0" i="0">
                <a:solidFill>
                  <a:srgbClr val="FFFFFF"/>
                </a:solidFill>
                <a:latin typeface="Tenorite"/>
              </a:defRPr>
            </a:pPr>
            <a:r>
              <a:t>Keep roles simple for lab use. In production, use least-privilege custom roles. DP-100 assumes you can recognize which tasks need contributor vs. read-only access.</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Module 1: Design and Prepare a ML Solution</a:t>
            </a:r>
          </a:p>
        </p:txBody>
      </p:sp>
      <p:sp>
        <p:nvSpPr>
          <p:cNvPr id="3" name="Rectangle 2"/>
          <p:cNvSpPr/>
          <p:nvPr/>
        </p:nvSpPr>
        <p:spPr>
          <a:xfrm>
            <a:off x="1979676" y="1673352"/>
            <a:ext cx="8229600" cy="36576"/>
          </a:xfrm>
          <a:prstGeom prst="rect">
            <a:avLst/>
          </a:prstGeom>
          <a:solidFill>
            <a:srgbClr val="E8E8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699516" y="1417320"/>
            <a:ext cx="2560320" cy="548640"/>
          </a:xfrm>
          <a:prstGeom prst="roundRect">
            <a:avLst>
              <a:gd name="adj" fmla="val 10000"/>
            </a:avLst>
          </a:prstGeom>
          <a:solidFill>
            <a:srgbClr val="008CB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99516" y="1508760"/>
            <a:ext cx="2560320" cy="411480"/>
          </a:xfrm>
          <a:prstGeom prst="rect">
            <a:avLst/>
          </a:prstGeom>
          <a:noFill/>
        </p:spPr>
        <p:txBody>
          <a:bodyPr wrap="square">
            <a:spAutoFit/>
          </a:bodyPr>
          <a:lstStyle/>
          <a:p>
            <a:pPr algn="ctr">
              <a:defRPr sz="1300" b="1" i="0">
                <a:solidFill>
                  <a:srgbClr val="FFFFFF"/>
                </a:solidFill>
                <a:latin typeface="Tenorite"/>
              </a:defRPr>
            </a:pPr>
            <a:r>
              <a:t>Module 1</a:t>
            </a:r>
            <a:br/>
            <a:r>
              <a:t>Design &amp; Prepare</a:t>
            </a:r>
          </a:p>
        </p:txBody>
      </p:sp>
      <p:sp>
        <p:nvSpPr>
          <p:cNvPr id="6" name="Down Arrow 5"/>
          <p:cNvSpPr/>
          <p:nvPr/>
        </p:nvSpPr>
        <p:spPr>
          <a:xfrm>
            <a:off x="1842516" y="1161288"/>
            <a:ext cx="274320" cy="228600"/>
          </a:xfrm>
          <a:prstGeom prst="downArrow">
            <a:avLst/>
          </a:prstGeom>
          <a:solidFill>
            <a:srgbClr val="F794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3442716" y="1417320"/>
            <a:ext cx="2560320" cy="548640"/>
          </a:xfrm>
          <a:prstGeom prst="roundRect">
            <a:avLst>
              <a:gd name="adj" fmla="val 10000"/>
            </a:avLst>
          </a:prstGeom>
          <a:solidFill>
            <a:srgbClr val="FFFFFF"/>
          </a:solidFill>
          <a:ln w="19050">
            <a:solidFill>
              <a:srgbClr val="00A5B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3442716" y="1508760"/>
            <a:ext cx="2560320" cy="411480"/>
          </a:xfrm>
          <a:prstGeom prst="rect">
            <a:avLst/>
          </a:prstGeom>
          <a:noFill/>
        </p:spPr>
        <p:txBody>
          <a:bodyPr wrap="square">
            <a:spAutoFit/>
          </a:bodyPr>
          <a:lstStyle/>
          <a:p>
            <a:pPr algn="ctr">
              <a:defRPr sz="1300" b="0" i="0">
                <a:solidFill>
                  <a:srgbClr val="9E9E9E"/>
                </a:solidFill>
                <a:latin typeface="Tenorite"/>
              </a:defRPr>
            </a:pPr>
            <a:r>
              <a:t>Module 2</a:t>
            </a:r>
            <a:br/>
            <a:r>
              <a:t>Explore &amp; Experiment</a:t>
            </a:r>
          </a:p>
        </p:txBody>
      </p:sp>
      <p:sp>
        <p:nvSpPr>
          <p:cNvPr id="9" name="Rounded Rectangle 8"/>
          <p:cNvSpPr/>
          <p:nvPr/>
        </p:nvSpPr>
        <p:spPr>
          <a:xfrm>
            <a:off x="6185916" y="1417320"/>
            <a:ext cx="2560320" cy="548640"/>
          </a:xfrm>
          <a:prstGeom prst="roundRect">
            <a:avLst>
              <a:gd name="adj" fmla="val 10000"/>
            </a:avLst>
          </a:prstGeom>
          <a:solidFill>
            <a:srgbClr val="FFFFFF"/>
          </a:solidFill>
          <a:ln w="19050">
            <a:solidFill>
              <a:srgbClr val="00A99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185916" y="1508760"/>
            <a:ext cx="2560320" cy="411480"/>
          </a:xfrm>
          <a:prstGeom prst="rect">
            <a:avLst/>
          </a:prstGeom>
          <a:noFill/>
        </p:spPr>
        <p:txBody>
          <a:bodyPr wrap="square">
            <a:spAutoFit/>
          </a:bodyPr>
          <a:lstStyle/>
          <a:p>
            <a:pPr algn="ctr">
              <a:defRPr sz="1300" b="0" i="0">
                <a:solidFill>
                  <a:srgbClr val="9E9E9E"/>
                </a:solidFill>
                <a:latin typeface="Tenorite"/>
              </a:defRPr>
            </a:pPr>
            <a:r>
              <a:t>Module 3</a:t>
            </a:r>
            <a:br/>
            <a:r>
              <a:t>Train &amp; Deploy</a:t>
            </a:r>
          </a:p>
        </p:txBody>
      </p:sp>
      <p:sp>
        <p:nvSpPr>
          <p:cNvPr id="11" name="Rounded Rectangle 10"/>
          <p:cNvSpPr/>
          <p:nvPr/>
        </p:nvSpPr>
        <p:spPr>
          <a:xfrm>
            <a:off x="8929116" y="1417320"/>
            <a:ext cx="2560320" cy="548640"/>
          </a:xfrm>
          <a:prstGeom prst="roundRect">
            <a:avLst>
              <a:gd name="adj" fmla="val 10000"/>
            </a:avLst>
          </a:prstGeom>
          <a:solidFill>
            <a:srgbClr val="FFFFFF"/>
          </a:solidFill>
          <a:ln w="19050">
            <a:solidFill>
              <a:srgbClr val="00B89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929116" y="1508760"/>
            <a:ext cx="2560320" cy="411480"/>
          </a:xfrm>
          <a:prstGeom prst="rect">
            <a:avLst/>
          </a:prstGeom>
          <a:noFill/>
        </p:spPr>
        <p:txBody>
          <a:bodyPr wrap="square">
            <a:spAutoFit/>
          </a:bodyPr>
          <a:lstStyle/>
          <a:p>
            <a:pPr algn="ctr">
              <a:defRPr sz="1300" b="0" i="0">
                <a:solidFill>
                  <a:srgbClr val="9E9E9E"/>
                </a:solidFill>
                <a:latin typeface="Tenorite"/>
              </a:defRPr>
            </a:pPr>
            <a:r>
              <a:t>Module 4</a:t>
            </a:r>
            <a:br/>
            <a:r>
              <a:t>Optimize LLMs</a:t>
            </a:r>
          </a:p>
        </p:txBody>
      </p:sp>
      <p:sp>
        <p:nvSpPr>
          <p:cNvPr id="13" name="Rounded Rectangle 12"/>
          <p:cNvSpPr/>
          <p:nvPr/>
        </p:nvSpPr>
        <p:spPr>
          <a:xfrm>
            <a:off x="4754880" y="2286000"/>
            <a:ext cx="2651760" cy="411480"/>
          </a:xfrm>
          <a:prstGeom prst="roundRect">
            <a:avLst>
              <a:gd name="adj" fmla="val 15000"/>
            </a:avLst>
          </a:prstGeom>
          <a:solidFill>
            <a:srgbClr val="008CB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754880" y="2331720"/>
            <a:ext cx="2651760" cy="365760"/>
          </a:xfrm>
          <a:prstGeom prst="rect">
            <a:avLst/>
          </a:prstGeom>
          <a:noFill/>
        </p:spPr>
        <p:txBody>
          <a:bodyPr wrap="square">
            <a:spAutoFit/>
          </a:bodyPr>
          <a:lstStyle/>
          <a:p>
            <a:pPr algn="ctr">
              <a:defRPr sz="1500" b="1" i="0">
                <a:solidFill>
                  <a:srgbClr val="FFFFFF"/>
                </a:solidFill>
                <a:latin typeface="Tenorite"/>
              </a:defRPr>
            </a:pPr>
            <a:r>
              <a:t>20–25% of DP-100</a:t>
            </a:r>
          </a:p>
        </p:txBody>
      </p:sp>
      <p:sp>
        <p:nvSpPr>
          <p:cNvPr id="15" name="TextBox 14"/>
          <p:cNvSpPr txBox="1"/>
          <p:nvPr/>
        </p:nvSpPr>
        <p:spPr>
          <a:xfrm>
            <a:off x="548640" y="3017520"/>
            <a:ext cx="5303520" cy="320040"/>
          </a:xfrm>
          <a:prstGeom prst="rect">
            <a:avLst/>
          </a:prstGeom>
          <a:noFill/>
        </p:spPr>
        <p:txBody>
          <a:bodyPr wrap="square">
            <a:spAutoFit/>
          </a:bodyPr>
          <a:lstStyle/>
          <a:p>
            <a:pPr algn="l">
              <a:defRPr sz="1600" b="1" i="0">
                <a:solidFill>
                  <a:srgbClr val="008CBA"/>
                </a:solidFill>
                <a:latin typeface="Tenorite"/>
              </a:defRPr>
            </a:pPr>
            <a:r>
              <a:t>Exam Focus</a:t>
            </a:r>
          </a:p>
        </p:txBody>
      </p:sp>
      <p:sp>
        <p:nvSpPr>
          <p:cNvPr id="16" name="TextBox 15"/>
          <p:cNvSpPr txBox="1"/>
          <p:nvPr/>
        </p:nvSpPr>
        <p:spPr>
          <a:xfrm>
            <a:off x="548640" y="3383279"/>
            <a:ext cx="5303520" cy="2286000"/>
          </a:xfrm>
          <a:prstGeom prst="rect">
            <a:avLst/>
          </a:prstGeom>
          <a:noFill/>
        </p:spPr>
        <p:txBody>
          <a:bodyPr wrap="square">
            <a:spAutoFit/>
          </a:bodyPr>
          <a:lstStyle/>
          <a:p>
            <a:pPr>
              <a:spcBef>
                <a:spcPts val="0"/>
              </a:spcBef>
              <a:defRPr sz="1400">
                <a:solidFill>
                  <a:srgbClr val="5A5A5A"/>
                </a:solidFill>
                <a:latin typeface="Tenorite"/>
              </a:defRPr>
            </a:pPr>
            <a:r>
              <a:t>•  Design a machine learning solution</a:t>
            </a:r>
          </a:p>
          <a:p>
            <a:pPr>
              <a:spcBef>
                <a:spcPts val="600"/>
              </a:spcBef>
              <a:defRPr sz="1400">
                <a:solidFill>
                  <a:srgbClr val="5A5A5A"/>
                </a:solidFill>
                <a:latin typeface="Tenorite"/>
              </a:defRPr>
            </a:pPr>
            <a:r>
              <a:t>•  Create and manage Azure ML workspaces</a:t>
            </a:r>
          </a:p>
          <a:p>
            <a:pPr>
              <a:spcBef>
                <a:spcPts val="600"/>
              </a:spcBef>
              <a:defRPr sz="1400">
                <a:solidFill>
                  <a:srgbClr val="5A5A5A"/>
                </a:solidFill>
                <a:latin typeface="Tenorite"/>
              </a:defRPr>
            </a:pPr>
            <a:r>
              <a:t>•  Create and manage datastores and compute targets</a:t>
            </a:r>
          </a:p>
          <a:p>
            <a:pPr>
              <a:spcBef>
                <a:spcPts val="600"/>
              </a:spcBef>
              <a:defRPr sz="1400">
                <a:solidFill>
                  <a:srgbClr val="5A5A5A"/>
                </a:solidFill>
                <a:latin typeface="Tenorite"/>
              </a:defRPr>
            </a:pPr>
            <a:r>
              <a:t>•  Create and manage data assets, environments, registries</a:t>
            </a:r>
          </a:p>
        </p:txBody>
      </p:sp>
      <p:sp>
        <p:nvSpPr>
          <p:cNvPr id="17" name="TextBox 16"/>
          <p:cNvSpPr txBox="1"/>
          <p:nvPr/>
        </p:nvSpPr>
        <p:spPr>
          <a:xfrm>
            <a:off x="6309360" y="3017520"/>
            <a:ext cx="5303520" cy="320040"/>
          </a:xfrm>
          <a:prstGeom prst="rect">
            <a:avLst/>
          </a:prstGeom>
          <a:noFill/>
        </p:spPr>
        <p:txBody>
          <a:bodyPr wrap="square">
            <a:spAutoFit/>
          </a:bodyPr>
          <a:lstStyle/>
          <a:p>
            <a:pPr algn="l">
              <a:defRPr sz="1600" b="1" i="0">
                <a:solidFill>
                  <a:srgbClr val="008CBA"/>
                </a:solidFill>
                <a:latin typeface="Tenorite"/>
              </a:defRPr>
            </a:pPr>
            <a:r>
              <a:t>In This Module</a:t>
            </a:r>
          </a:p>
        </p:txBody>
      </p:sp>
      <p:sp>
        <p:nvSpPr>
          <p:cNvPr id="18" name="TextBox 17"/>
          <p:cNvSpPr txBox="1"/>
          <p:nvPr/>
        </p:nvSpPr>
        <p:spPr>
          <a:xfrm>
            <a:off x="6309360" y="3383279"/>
            <a:ext cx="5303520" cy="2286000"/>
          </a:xfrm>
          <a:prstGeom prst="rect">
            <a:avLst/>
          </a:prstGeom>
          <a:noFill/>
        </p:spPr>
        <p:txBody>
          <a:bodyPr wrap="square">
            <a:spAutoFit/>
          </a:bodyPr>
          <a:lstStyle/>
          <a:p>
            <a:pPr>
              <a:spcBef>
                <a:spcPts val="0"/>
              </a:spcBef>
              <a:defRPr sz="1400">
                <a:solidFill>
                  <a:srgbClr val="5A5A5A"/>
                </a:solidFill>
                <a:latin typeface="Tenorite"/>
              </a:defRPr>
            </a:pPr>
            <a:r>
              <a:t>•  Plan the Claude.Bricks Azure ML environment</a:t>
            </a:r>
          </a:p>
          <a:p>
            <a:pPr>
              <a:spcBef>
                <a:spcPts val="600"/>
              </a:spcBef>
              <a:defRPr sz="1400">
                <a:solidFill>
                  <a:srgbClr val="5A5A5A"/>
                </a:solidFill>
                <a:latin typeface="Tenorite"/>
              </a:defRPr>
            </a:pPr>
            <a:r>
              <a:t>•  Deploy it with Terraform</a:t>
            </a:r>
          </a:p>
          <a:p>
            <a:pPr>
              <a:spcBef>
                <a:spcPts val="600"/>
              </a:spcBef>
              <a:defRPr sz="1400">
                <a:solidFill>
                  <a:srgbClr val="5A5A5A"/>
                </a:solidFill>
                <a:latin typeface="Tenorite"/>
              </a:defRPr>
            </a:pPr>
            <a:r>
              <a:t>•  Register datastores and data assets</a:t>
            </a:r>
          </a:p>
          <a:p>
            <a:pPr>
              <a:spcBef>
                <a:spcPts val="600"/>
              </a:spcBef>
              <a:defRPr sz="1400">
                <a:solidFill>
                  <a:srgbClr val="5A5A5A"/>
                </a:solidFill>
                <a:latin typeface="Tenorite"/>
              </a:defRPr>
            </a:pPr>
            <a:r>
              <a:t>•  Set up compute and environments for training</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Module 1: Concepts, Labs, and Exam Traps</a:t>
            </a:r>
          </a:p>
        </p:txBody>
      </p:sp>
      <p:sp>
        <p:nvSpPr>
          <p:cNvPr id="3" name="Rounded Rectangle 2"/>
          <p:cNvSpPr/>
          <p:nvPr/>
        </p:nvSpPr>
        <p:spPr>
          <a:xfrm>
            <a:off x="562356" y="1554480"/>
            <a:ext cx="3474720" cy="4114800"/>
          </a:xfrm>
          <a:prstGeom prst="roundRect">
            <a:avLst>
              <a:gd name="adj" fmla="val 4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562356" y="1554480"/>
            <a:ext cx="3474720" cy="457200"/>
          </a:xfrm>
          <a:prstGeom prst="roundRect">
            <a:avLst>
              <a:gd name="adj" fmla="val 4000"/>
            </a:avLst>
          </a:prstGeom>
          <a:solidFill>
            <a:srgbClr val="008CB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62356" y="1627632"/>
            <a:ext cx="3474720" cy="365760"/>
          </a:xfrm>
          <a:prstGeom prst="rect">
            <a:avLst/>
          </a:prstGeom>
          <a:noFill/>
        </p:spPr>
        <p:txBody>
          <a:bodyPr wrap="square">
            <a:spAutoFit/>
          </a:bodyPr>
          <a:lstStyle/>
          <a:p>
            <a:pPr algn="ctr">
              <a:defRPr sz="1600" b="1" i="0">
                <a:solidFill>
                  <a:srgbClr val="FFFFFF"/>
                </a:solidFill>
                <a:latin typeface="Tenorite"/>
              </a:defRPr>
            </a:pPr>
            <a:r>
              <a:t>Core Concepts</a:t>
            </a:r>
          </a:p>
        </p:txBody>
      </p:sp>
      <p:sp>
        <p:nvSpPr>
          <p:cNvPr id="6" name="TextBox 5"/>
          <p:cNvSpPr txBox="1"/>
          <p:nvPr/>
        </p:nvSpPr>
        <p:spPr>
          <a:xfrm>
            <a:off x="745236" y="2148840"/>
            <a:ext cx="3108960" cy="3291840"/>
          </a:xfrm>
          <a:prstGeom prst="rect">
            <a:avLst/>
          </a:prstGeom>
          <a:noFill/>
        </p:spPr>
        <p:txBody>
          <a:bodyPr wrap="square">
            <a:spAutoFit/>
          </a:bodyPr>
          <a:lstStyle/>
          <a:p>
            <a:pPr>
              <a:spcBef>
                <a:spcPts val="0"/>
              </a:spcBef>
              <a:defRPr sz="1400">
                <a:solidFill>
                  <a:srgbClr val="5A5A5A"/>
                </a:solidFill>
                <a:latin typeface="Tenorite"/>
              </a:defRPr>
            </a:pPr>
            <a:r>
              <a:t>•  Workspace as central hub</a:t>
            </a:r>
          </a:p>
          <a:p>
            <a:pPr>
              <a:spcBef>
                <a:spcPts val="800"/>
              </a:spcBef>
              <a:defRPr sz="1400">
                <a:solidFill>
                  <a:srgbClr val="5A5A5A"/>
                </a:solidFill>
                <a:latin typeface="Tenorite"/>
              </a:defRPr>
            </a:pPr>
            <a:r>
              <a:t>•  Datastores vs data assets</a:t>
            </a:r>
          </a:p>
          <a:p>
            <a:pPr>
              <a:spcBef>
                <a:spcPts val="800"/>
              </a:spcBef>
              <a:defRPr sz="1400">
                <a:solidFill>
                  <a:srgbClr val="5A5A5A"/>
                </a:solidFill>
                <a:latin typeface="Tenorite"/>
              </a:defRPr>
            </a:pPr>
            <a:r>
              <a:t>•  Compute instances vs clusters</a:t>
            </a:r>
          </a:p>
          <a:p>
            <a:pPr>
              <a:spcBef>
                <a:spcPts val="800"/>
              </a:spcBef>
              <a:defRPr sz="1400">
                <a:solidFill>
                  <a:srgbClr val="5A5A5A"/>
                </a:solidFill>
                <a:latin typeface="Tenorite"/>
              </a:defRPr>
            </a:pPr>
            <a:r>
              <a:t>•  Environments and images</a:t>
            </a:r>
          </a:p>
          <a:p>
            <a:pPr>
              <a:spcBef>
                <a:spcPts val="800"/>
              </a:spcBef>
              <a:defRPr sz="1400">
                <a:solidFill>
                  <a:srgbClr val="5A5A5A"/>
                </a:solidFill>
                <a:latin typeface="Tenorite"/>
              </a:defRPr>
            </a:pPr>
            <a:r>
              <a:t>•  Registries for cross-workspace sharing</a:t>
            </a:r>
          </a:p>
        </p:txBody>
      </p:sp>
      <p:sp>
        <p:nvSpPr>
          <p:cNvPr id="7" name="Rectangle 6"/>
          <p:cNvSpPr/>
          <p:nvPr/>
        </p:nvSpPr>
        <p:spPr>
          <a:xfrm>
            <a:off x="562356" y="5577840"/>
            <a:ext cx="3474720" cy="91440"/>
          </a:xfrm>
          <a:prstGeom prst="rect">
            <a:avLst/>
          </a:prstGeom>
          <a:solidFill>
            <a:srgbClr val="008CB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4357116" y="1554480"/>
            <a:ext cx="3474720" cy="4114800"/>
          </a:xfrm>
          <a:prstGeom prst="roundRect">
            <a:avLst>
              <a:gd name="adj" fmla="val 4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4357116" y="1554480"/>
            <a:ext cx="3474720" cy="457200"/>
          </a:xfrm>
          <a:prstGeom prst="roundRect">
            <a:avLst>
              <a:gd name="adj" fmla="val 4000"/>
            </a:avLst>
          </a:prstGeom>
          <a:solidFill>
            <a:srgbClr val="00A99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357116" y="1627632"/>
            <a:ext cx="3474720" cy="365760"/>
          </a:xfrm>
          <a:prstGeom prst="rect">
            <a:avLst/>
          </a:prstGeom>
          <a:noFill/>
        </p:spPr>
        <p:txBody>
          <a:bodyPr wrap="square">
            <a:spAutoFit/>
          </a:bodyPr>
          <a:lstStyle/>
          <a:p>
            <a:pPr algn="ctr">
              <a:defRPr sz="1600" b="1" i="0">
                <a:solidFill>
                  <a:srgbClr val="FFFFFF"/>
                </a:solidFill>
                <a:latin typeface="Tenorite"/>
              </a:defRPr>
            </a:pPr>
            <a:r>
              <a:t>Lab Tasks</a:t>
            </a:r>
          </a:p>
        </p:txBody>
      </p:sp>
      <p:sp>
        <p:nvSpPr>
          <p:cNvPr id="11" name="TextBox 10"/>
          <p:cNvSpPr txBox="1"/>
          <p:nvPr/>
        </p:nvSpPr>
        <p:spPr>
          <a:xfrm>
            <a:off x="4539996" y="2148840"/>
            <a:ext cx="3108960" cy="3291840"/>
          </a:xfrm>
          <a:prstGeom prst="rect">
            <a:avLst/>
          </a:prstGeom>
          <a:noFill/>
        </p:spPr>
        <p:txBody>
          <a:bodyPr wrap="square">
            <a:spAutoFit/>
          </a:bodyPr>
          <a:lstStyle/>
          <a:p>
            <a:pPr>
              <a:spcBef>
                <a:spcPts val="0"/>
              </a:spcBef>
              <a:defRPr sz="1400">
                <a:solidFill>
                  <a:srgbClr val="5A5A5A"/>
                </a:solidFill>
                <a:latin typeface="Tenorite"/>
              </a:defRPr>
            </a:pPr>
            <a:r>
              <a:t>•  Inspect Terraform outputs in portal</a:t>
            </a:r>
          </a:p>
          <a:p>
            <a:pPr>
              <a:spcBef>
                <a:spcPts val="800"/>
              </a:spcBef>
              <a:defRPr sz="1400">
                <a:solidFill>
                  <a:srgbClr val="5A5A5A"/>
                </a:solidFill>
                <a:latin typeface="Tenorite"/>
              </a:defRPr>
            </a:pPr>
            <a:r>
              <a:t>•  Create and verify datastores</a:t>
            </a:r>
          </a:p>
          <a:p>
            <a:pPr>
              <a:spcBef>
                <a:spcPts val="800"/>
              </a:spcBef>
              <a:defRPr sz="1400">
                <a:solidFill>
                  <a:srgbClr val="5A5A5A"/>
                </a:solidFill>
                <a:latin typeface="Tenorite"/>
              </a:defRPr>
            </a:pPr>
            <a:r>
              <a:t>•  Configure data assets</a:t>
            </a:r>
          </a:p>
          <a:p>
            <a:pPr>
              <a:spcBef>
                <a:spcPts val="800"/>
              </a:spcBef>
              <a:defRPr sz="1400">
                <a:solidFill>
                  <a:srgbClr val="5A5A5A"/>
                </a:solidFill>
                <a:latin typeface="Tenorite"/>
              </a:defRPr>
            </a:pPr>
            <a:r>
              <a:t>•  Set up compute clusters with autoscale</a:t>
            </a:r>
          </a:p>
          <a:p>
            <a:pPr>
              <a:spcBef>
                <a:spcPts val="800"/>
              </a:spcBef>
              <a:defRPr sz="1400">
                <a:solidFill>
                  <a:srgbClr val="5A5A5A"/>
                </a:solidFill>
                <a:latin typeface="Tenorite"/>
              </a:defRPr>
            </a:pPr>
            <a:r>
              <a:t>•  Define and register environments</a:t>
            </a:r>
          </a:p>
        </p:txBody>
      </p:sp>
      <p:sp>
        <p:nvSpPr>
          <p:cNvPr id="12" name="Rectangle 11"/>
          <p:cNvSpPr/>
          <p:nvPr/>
        </p:nvSpPr>
        <p:spPr>
          <a:xfrm>
            <a:off x="4357116" y="5577840"/>
            <a:ext cx="3474720" cy="91440"/>
          </a:xfrm>
          <a:prstGeom prst="rect">
            <a:avLst/>
          </a:prstGeom>
          <a:solidFill>
            <a:srgbClr val="00A99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ounded Rectangle 12"/>
          <p:cNvSpPr/>
          <p:nvPr/>
        </p:nvSpPr>
        <p:spPr>
          <a:xfrm>
            <a:off x="8151875" y="1554480"/>
            <a:ext cx="3474720" cy="4114800"/>
          </a:xfrm>
          <a:prstGeom prst="roundRect">
            <a:avLst>
              <a:gd name="adj" fmla="val 4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ounded Rectangle 13"/>
          <p:cNvSpPr/>
          <p:nvPr/>
        </p:nvSpPr>
        <p:spPr>
          <a:xfrm>
            <a:off x="8151875" y="1554480"/>
            <a:ext cx="3474720" cy="457200"/>
          </a:xfrm>
          <a:prstGeom prst="roundRect">
            <a:avLst>
              <a:gd name="adj" fmla="val 4000"/>
            </a:avLst>
          </a:prstGeom>
          <a:solidFill>
            <a:srgbClr val="F794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151875" y="1627632"/>
            <a:ext cx="3474720" cy="365760"/>
          </a:xfrm>
          <a:prstGeom prst="rect">
            <a:avLst/>
          </a:prstGeom>
          <a:noFill/>
        </p:spPr>
        <p:txBody>
          <a:bodyPr wrap="square">
            <a:spAutoFit/>
          </a:bodyPr>
          <a:lstStyle/>
          <a:p>
            <a:pPr algn="ctr">
              <a:defRPr sz="1600" b="1" i="0">
                <a:solidFill>
                  <a:srgbClr val="FFFFFF"/>
                </a:solidFill>
                <a:latin typeface="Tenorite"/>
              </a:defRPr>
            </a:pPr>
            <a:r>
              <a:t>Exam Traps</a:t>
            </a:r>
          </a:p>
        </p:txBody>
      </p:sp>
      <p:sp>
        <p:nvSpPr>
          <p:cNvPr id="16" name="TextBox 15"/>
          <p:cNvSpPr txBox="1"/>
          <p:nvPr/>
        </p:nvSpPr>
        <p:spPr>
          <a:xfrm>
            <a:off x="8334755" y="2148840"/>
            <a:ext cx="3108960" cy="3291840"/>
          </a:xfrm>
          <a:prstGeom prst="rect">
            <a:avLst/>
          </a:prstGeom>
          <a:noFill/>
        </p:spPr>
        <p:txBody>
          <a:bodyPr wrap="square">
            <a:spAutoFit/>
          </a:bodyPr>
          <a:lstStyle/>
          <a:p>
            <a:pPr>
              <a:spcBef>
                <a:spcPts val="0"/>
              </a:spcBef>
              <a:defRPr sz="1400">
                <a:solidFill>
                  <a:srgbClr val="5A5A5A"/>
                </a:solidFill>
                <a:latin typeface="Tenorite"/>
              </a:defRPr>
            </a:pPr>
            <a:r>
              <a:t>•  Confusing datastores with data assets</a:t>
            </a:r>
          </a:p>
          <a:p>
            <a:pPr>
              <a:spcBef>
                <a:spcPts val="800"/>
              </a:spcBef>
              <a:defRPr sz="1400">
                <a:solidFill>
                  <a:srgbClr val="5A5A5A"/>
                </a:solidFill>
                <a:latin typeface="Tenorite"/>
              </a:defRPr>
            </a:pPr>
            <a:r>
              <a:t>•  Wrong compute type for workload</a:t>
            </a:r>
          </a:p>
          <a:p>
            <a:pPr>
              <a:spcBef>
                <a:spcPts val="800"/>
              </a:spcBef>
              <a:defRPr sz="1400">
                <a:solidFill>
                  <a:srgbClr val="5A5A5A"/>
                </a:solidFill>
                <a:latin typeface="Tenorite"/>
              </a:defRPr>
            </a:pPr>
            <a:r>
              <a:t>•  Overlooking environment versioning</a:t>
            </a:r>
          </a:p>
          <a:p>
            <a:pPr>
              <a:spcBef>
                <a:spcPts val="800"/>
              </a:spcBef>
              <a:defRPr sz="1400">
                <a:solidFill>
                  <a:srgbClr val="5A5A5A"/>
                </a:solidFill>
                <a:latin typeface="Tenorite"/>
              </a:defRPr>
            </a:pPr>
            <a:r>
              <a:t>•  Missing GPU configuration</a:t>
            </a:r>
          </a:p>
          <a:p>
            <a:pPr>
              <a:spcBef>
                <a:spcPts val="800"/>
              </a:spcBef>
              <a:defRPr sz="1400">
                <a:solidFill>
                  <a:srgbClr val="5A5A5A"/>
                </a:solidFill>
                <a:latin typeface="Tenorite"/>
              </a:defRPr>
            </a:pPr>
            <a:r>
              <a:t>•  Ignoring reproducibility requirements</a:t>
            </a:r>
          </a:p>
        </p:txBody>
      </p:sp>
      <p:sp>
        <p:nvSpPr>
          <p:cNvPr id="17" name="Rectangle 16"/>
          <p:cNvSpPr/>
          <p:nvPr/>
        </p:nvSpPr>
        <p:spPr>
          <a:xfrm>
            <a:off x="8151875" y="5577840"/>
            <a:ext cx="3474720" cy="91440"/>
          </a:xfrm>
          <a:prstGeom prst="rect">
            <a:avLst/>
          </a:prstGeom>
          <a:solidFill>
            <a:srgbClr val="F794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Module 1 Knowledge Check</a:t>
            </a:r>
          </a:p>
        </p:txBody>
      </p:sp>
      <p:sp>
        <p:nvSpPr>
          <p:cNvPr id="3" name="Rounded Rectangle 2"/>
          <p:cNvSpPr/>
          <p:nvPr/>
        </p:nvSpPr>
        <p:spPr>
          <a:xfrm>
            <a:off x="608076" y="1554480"/>
            <a:ext cx="10972800" cy="1280160"/>
          </a:xfrm>
          <a:prstGeom prst="roundRect">
            <a:avLst>
              <a:gd name="adj" fmla="val 4000"/>
            </a:avLst>
          </a:prstGeom>
          <a:solidFill>
            <a:srgbClr val="FFFFFF"/>
          </a:solidFill>
          <a:ln w="19050">
            <a:solidFill>
              <a:srgbClr val="008CB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745236" y="1965960"/>
            <a:ext cx="457200" cy="457200"/>
          </a:xfrm>
          <a:prstGeom prst="ellipse">
            <a:avLst/>
          </a:prstGeom>
          <a:solidFill>
            <a:srgbClr val="008CB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45236" y="2020824"/>
            <a:ext cx="457200" cy="365760"/>
          </a:xfrm>
          <a:prstGeom prst="rect">
            <a:avLst/>
          </a:prstGeom>
          <a:noFill/>
        </p:spPr>
        <p:txBody>
          <a:bodyPr wrap="square">
            <a:spAutoFit/>
          </a:bodyPr>
          <a:lstStyle/>
          <a:p>
            <a:pPr algn="ctr">
              <a:defRPr sz="1400" b="1" i="0">
                <a:solidFill>
                  <a:srgbClr val="FFFFFF"/>
                </a:solidFill>
                <a:latin typeface="Tenorite"/>
              </a:defRPr>
            </a:pPr>
            <a:r>
              <a:t>Q1</a:t>
            </a:r>
          </a:p>
        </p:txBody>
      </p:sp>
      <p:sp>
        <p:nvSpPr>
          <p:cNvPr id="6" name="TextBox 5"/>
          <p:cNvSpPr txBox="1"/>
          <p:nvPr/>
        </p:nvSpPr>
        <p:spPr>
          <a:xfrm>
            <a:off x="1339596" y="1645920"/>
            <a:ext cx="9966960" cy="365760"/>
          </a:xfrm>
          <a:prstGeom prst="rect">
            <a:avLst/>
          </a:prstGeom>
          <a:noFill/>
        </p:spPr>
        <p:txBody>
          <a:bodyPr wrap="square">
            <a:spAutoFit/>
          </a:bodyPr>
          <a:lstStyle/>
          <a:p>
            <a:pPr algn="l">
              <a:defRPr sz="1500" b="1" i="0">
                <a:solidFill>
                  <a:srgbClr val="0D2137"/>
                </a:solidFill>
                <a:latin typeface="Tenorite"/>
              </a:defRPr>
            </a:pPr>
            <a:r>
              <a:t>When would you create a new datastore instead of a new data asset?</a:t>
            </a:r>
          </a:p>
        </p:txBody>
      </p:sp>
      <p:sp>
        <p:nvSpPr>
          <p:cNvPr id="7" name="TextBox 6"/>
          <p:cNvSpPr txBox="1"/>
          <p:nvPr/>
        </p:nvSpPr>
        <p:spPr>
          <a:xfrm>
            <a:off x="1339596" y="2057400"/>
            <a:ext cx="9966960" cy="640080"/>
          </a:xfrm>
          <a:prstGeom prst="rect">
            <a:avLst/>
          </a:prstGeom>
          <a:noFill/>
        </p:spPr>
        <p:txBody>
          <a:bodyPr wrap="square">
            <a:spAutoFit/>
          </a:bodyPr>
          <a:lstStyle/>
          <a:p>
            <a:pPr algn="l">
              <a:defRPr sz="1300" b="0" i="1">
                <a:solidFill>
                  <a:srgbClr val="9E9E9E"/>
                </a:solidFill>
                <a:latin typeface="Tenorite"/>
              </a:defRPr>
            </a:pPr>
            <a:r>
              <a:t>New datastore: different storage resource or credentials. New data asset: new logical dataset on an existing datastore.</a:t>
            </a:r>
          </a:p>
        </p:txBody>
      </p:sp>
      <p:sp>
        <p:nvSpPr>
          <p:cNvPr id="8" name="Rounded Rectangle 7"/>
          <p:cNvSpPr/>
          <p:nvPr/>
        </p:nvSpPr>
        <p:spPr>
          <a:xfrm>
            <a:off x="608076" y="2971800"/>
            <a:ext cx="10972800" cy="1280160"/>
          </a:xfrm>
          <a:prstGeom prst="roundRect">
            <a:avLst>
              <a:gd name="adj" fmla="val 4000"/>
            </a:avLst>
          </a:prstGeom>
          <a:solidFill>
            <a:srgbClr val="FFFFFF"/>
          </a:solidFill>
          <a:ln w="19050">
            <a:solidFill>
              <a:srgbClr val="00A99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745236" y="3383280"/>
            <a:ext cx="457200" cy="457200"/>
          </a:xfrm>
          <a:prstGeom prst="ellipse">
            <a:avLst/>
          </a:prstGeom>
          <a:solidFill>
            <a:srgbClr val="00A99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45236" y="3438144"/>
            <a:ext cx="457200" cy="365760"/>
          </a:xfrm>
          <a:prstGeom prst="rect">
            <a:avLst/>
          </a:prstGeom>
          <a:noFill/>
        </p:spPr>
        <p:txBody>
          <a:bodyPr wrap="square">
            <a:spAutoFit/>
          </a:bodyPr>
          <a:lstStyle/>
          <a:p>
            <a:pPr algn="ctr">
              <a:defRPr sz="1400" b="1" i="0">
                <a:solidFill>
                  <a:srgbClr val="FFFFFF"/>
                </a:solidFill>
                <a:latin typeface="Tenorite"/>
              </a:defRPr>
            </a:pPr>
            <a:r>
              <a:t>Q2</a:t>
            </a:r>
          </a:p>
        </p:txBody>
      </p:sp>
      <p:sp>
        <p:nvSpPr>
          <p:cNvPr id="11" name="TextBox 10"/>
          <p:cNvSpPr txBox="1"/>
          <p:nvPr/>
        </p:nvSpPr>
        <p:spPr>
          <a:xfrm>
            <a:off x="1339596" y="3063240"/>
            <a:ext cx="9966960" cy="365760"/>
          </a:xfrm>
          <a:prstGeom prst="rect">
            <a:avLst/>
          </a:prstGeom>
          <a:noFill/>
        </p:spPr>
        <p:txBody>
          <a:bodyPr wrap="square">
            <a:spAutoFit/>
          </a:bodyPr>
          <a:lstStyle/>
          <a:p>
            <a:pPr algn="l">
              <a:defRPr sz="1500" b="1" i="0">
                <a:solidFill>
                  <a:srgbClr val="0D2137"/>
                </a:solidFill>
                <a:latin typeface="Tenorite"/>
              </a:defRPr>
            </a:pPr>
            <a:r>
              <a:t>What are two reasons to use a compute cluster instead of a compute instance?</a:t>
            </a:r>
          </a:p>
        </p:txBody>
      </p:sp>
      <p:sp>
        <p:nvSpPr>
          <p:cNvPr id="12" name="TextBox 11"/>
          <p:cNvSpPr txBox="1"/>
          <p:nvPr/>
        </p:nvSpPr>
        <p:spPr>
          <a:xfrm>
            <a:off x="1339596" y="3474720"/>
            <a:ext cx="9966960" cy="640080"/>
          </a:xfrm>
          <a:prstGeom prst="rect">
            <a:avLst/>
          </a:prstGeom>
          <a:noFill/>
        </p:spPr>
        <p:txBody>
          <a:bodyPr wrap="square">
            <a:spAutoFit/>
          </a:bodyPr>
          <a:lstStyle/>
          <a:p>
            <a:pPr algn="l">
              <a:defRPr sz="1300" b="0" i="1">
                <a:solidFill>
                  <a:srgbClr val="9E9E9E"/>
                </a:solidFill>
                <a:latin typeface="Tenorite"/>
              </a:defRPr>
            </a:pPr>
            <a:r>
              <a:t>Cluster: scaled-out training, autoscaling, multi-user scenarios. Instance: interactive development and notebooks.</a:t>
            </a:r>
          </a:p>
        </p:txBody>
      </p:sp>
      <p:sp>
        <p:nvSpPr>
          <p:cNvPr id="13" name="Rounded Rectangle 12"/>
          <p:cNvSpPr/>
          <p:nvPr/>
        </p:nvSpPr>
        <p:spPr>
          <a:xfrm>
            <a:off x="608076" y="4389120"/>
            <a:ext cx="10972800" cy="1280160"/>
          </a:xfrm>
          <a:prstGeom prst="roundRect">
            <a:avLst>
              <a:gd name="adj" fmla="val 4000"/>
            </a:avLst>
          </a:prstGeom>
          <a:solidFill>
            <a:srgbClr val="FFFFFF"/>
          </a:solidFill>
          <a:ln w="19050">
            <a:solidFill>
              <a:srgbClr val="00B89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a:off x="745236" y="4800600"/>
            <a:ext cx="457200" cy="457200"/>
          </a:xfrm>
          <a:prstGeom prst="ellipse">
            <a:avLst/>
          </a:prstGeom>
          <a:solidFill>
            <a:srgbClr val="00B89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745236" y="4855464"/>
            <a:ext cx="457200" cy="365760"/>
          </a:xfrm>
          <a:prstGeom prst="rect">
            <a:avLst/>
          </a:prstGeom>
          <a:noFill/>
        </p:spPr>
        <p:txBody>
          <a:bodyPr wrap="square">
            <a:spAutoFit/>
          </a:bodyPr>
          <a:lstStyle/>
          <a:p>
            <a:pPr algn="ctr">
              <a:defRPr sz="1400" b="1" i="0">
                <a:solidFill>
                  <a:srgbClr val="FFFFFF"/>
                </a:solidFill>
                <a:latin typeface="Tenorite"/>
              </a:defRPr>
            </a:pPr>
            <a:r>
              <a:t>Q3</a:t>
            </a:r>
          </a:p>
        </p:txBody>
      </p:sp>
      <p:sp>
        <p:nvSpPr>
          <p:cNvPr id="16" name="TextBox 15"/>
          <p:cNvSpPr txBox="1"/>
          <p:nvPr/>
        </p:nvSpPr>
        <p:spPr>
          <a:xfrm>
            <a:off x="1339596" y="4480559"/>
            <a:ext cx="9966960" cy="365760"/>
          </a:xfrm>
          <a:prstGeom prst="rect">
            <a:avLst/>
          </a:prstGeom>
          <a:noFill/>
        </p:spPr>
        <p:txBody>
          <a:bodyPr wrap="square">
            <a:spAutoFit/>
          </a:bodyPr>
          <a:lstStyle/>
          <a:p>
            <a:pPr algn="l">
              <a:defRPr sz="1500" b="1" i="0">
                <a:solidFill>
                  <a:srgbClr val="0D2137"/>
                </a:solidFill>
                <a:latin typeface="Tenorite"/>
              </a:defRPr>
            </a:pPr>
            <a:r>
              <a:t>How do environments support reproducible experiments?</a:t>
            </a:r>
          </a:p>
        </p:txBody>
      </p:sp>
      <p:sp>
        <p:nvSpPr>
          <p:cNvPr id="17" name="TextBox 16"/>
          <p:cNvSpPr txBox="1"/>
          <p:nvPr/>
        </p:nvSpPr>
        <p:spPr>
          <a:xfrm>
            <a:off x="1339596" y="4892040"/>
            <a:ext cx="9966960" cy="640080"/>
          </a:xfrm>
          <a:prstGeom prst="rect">
            <a:avLst/>
          </a:prstGeom>
          <a:noFill/>
        </p:spPr>
        <p:txBody>
          <a:bodyPr wrap="square">
            <a:spAutoFit/>
          </a:bodyPr>
          <a:lstStyle/>
          <a:p>
            <a:pPr algn="l">
              <a:defRPr sz="1300" b="0" i="1">
                <a:solidFill>
                  <a:srgbClr val="9E9E9E"/>
                </a:solidFill>
                <a:latin typeface="Tenorite"/>
              </a:defRPr>
            </a:pPr>
            <a:r>
              <a:t>Pin package versions and base images so the same code runs consistently across experiments, retrains, and deployments.</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Module 2: Explore Data, and Run Experiments</a:t>
            </a:r>
          </a:p>
        </p:txBody>
      </p:sp>
      <p:sp>
        <p:nvSpPr>
          <p:cNvPr id="3" name="Rectangle 2"/>
          <p:cNvSpPr/>
          <p:nvPr/>
        </p:nvSpPr>
        <p:spPr>
          <a:xfrm>
            <a:off x="1979676" y="1673352"/>
            <a:ext cx="8229600" cy="36576"/>
          </a:xfrm>
          <a:prstGeom prst="rect">
            <a:avLst/>
          </a:prstGeom>
          <a:solidFill>
            <a:srgbClr val="E8E8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699516" y="1417320"/>
            <a:ext cx="2560320" cy="548640"/>
          </a:xfrm>
          <a:prstGeom prst="roundRect">
            <a:avLst>
              <a:gd name="adj" fmla="val 10000"/>
            </a:avLst>
          </a:prstGeom>
          <a:solidFill>
            <a:srgbClr val="FFFFFF"/>
          </a:solidFill>
          <a:ln w="19050">
            <a:solidFill>
              <a:srgbClr val="008CB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99516" y="1508760"/>
            <a:ext cx="2560320" cy="411480"/>
          </a:xfrm>
          <a:prstGeom prst="rect">
            <a:avLst/>
          </a:prstGeom>
          <a:noFill/>
        </p:spPr>
        <p:txBody>
          <a:bodyPr wrap="square">
            <a:spAutoFit/>
          </a:bodyPr>
          <a:lstStyle/>
          <a:p>
            <a:pPr algn="ctr">
              <a:defRPr sz="1300" b="0" i="0">
                <a:solidFill>
                  <a:srgbClr val="9E9E9E"/>
                </a:solidFill>
                <a:latin typeface="Tenorite"/>
              </a:defRPr>
            </a:pPr>
            <a:r>
              <a:t>Module 1</a:t>
            </a:r>
            <a:br/>
            <a:r>
              <a:t>Design &amp; Prepare</a:t>
            </a:r>
          </a:p>
        </p:txBody>
      </p:sp>
      <p:sp>
        <p:nvSpPr>
          <p:cNvPr id="6" name="Rounded Rectangle 5"/>
          <p:cNvSpPr/>
          <p:nvPr/>
        </p:nvSpPr>
        <p:spPr>
          <a:xfrm>
            <a:off x="3442716" y="1417320"/>
            <a:ext cx="2560320" cy="548640"/>
          </a:xfrm>
          <a:prstGeom prst="roundRect">
            <a:avLst>
              <a:gd name="adj" fmla="val 10000"/>
            </a:avLst>
          </a:prstGeom>
          <a:solidFill>
            <a:srgbClr val="00A5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3442716" y="1508760"/>
            <a:ext cx="2560320" cy="411480"/>
          </a:xfrm>
          <a:prstGeom prst="rect">
            <a:avLst/>
          </a:prstGeom>
          <a:noFill/>
        </p:spPr>
        <p:txBody>
          <a:bodyPr wrap="square">
            <a:spAutoFit/>
          </a:bodyPr>
          <a:lstStyle/>
          <a:p>
            <a:pPr algn="ctr">
              <a:defRPr sz="1300" b="1" i="0">
                <a:solidFill>
                  <a:srgbClr val="FFFFFF"/>
                </a:solidFill>
                <a:latin typeface="Tenorite"/>
              </a:defRPr>
            </a:pPr>
            <a:r>
              <a:t>Module 2</a:t>
            </a:r>
            <a:br/>
            <a:r>
              <a:t>Explore &amp; Experiment</a:t>
            </a:r>
          </a:p>
        </p:txBody>
      </p:sp>
      <p:sp>
        <p:nvSpPr>
          <p:cNvPr id="8" name="Down Arrow 7"/>
          <p:cNvSpPr/>
          <p:nvPr/>
        </p:nvSpPr>
        <p:spPr>
          <a:xfrm>
            <a:off x="4585716" y="1161288"/>
            <a:ext cx="274320" cy="228600"/>
          </a:xfrm>
          <a:prstGeom prst="downArrow">
            <a:avLst/>
          </a:prstGeom>
          <a:solidFill>
            <a:srgbClr val="F794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6185916" y="1417320"/>
            <a:ext cx="2560320" cy="548640"/>
          </a:xfrm>
          <a:prstGeom prst="roundRect">
            <a:avLst>
              <a:gd name="adj" fmla="val 10000"/>
            </a:avLst>
          </a:prstGeom>
          <a:solidFill>
            <a:srgbClr val="FFFFFF"/>
          </a:solidFill>
          <a:ln w="19050">
            <a:solidFill>
              <a:srgbClr val="00A99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185916" y="1508760"/>
            <a:ext cx="2560320" cy="411480"/>
          </a:xfrm>
          <a:prstGeom prst="rect">
            <a:avLst/>
          </a:prstGeom>
          <a:noFill/>
        </p:spPr>
        <p:txBody>
          <a:bodyPr wrap="square">
            <a:spAutoFit/>
          </a:bodyPr>
          <a:lstStyle/>
          <a:p>
            <a:pPr algn="ctr">
              <a:defRPr sz="1300" b="0" i="0">
                <a:solidFill>
                  <a:srgbClr val="9E9E9E"/>
                </a:solidFill>
                <a:latin typeface="Tenorite"/>
              </a:defRPr>
            </a:pPr>
            <a:r>
              <a:t>Module 3</a:t>
            </a:r>
            <a:br/>
            <a:r>
              <a:t>Train &amp; Deploy</a:t>
            </a:r>
          </a:p>
        </p:txBody>
      </p:sp>
      <p:sp>
        <p:nvSpPr>
          <p:cNvPr id="11" name="Rounded Rectangle 10"/>
          <p:cNvSpPr/>
          <p:nvPr/>
        </p:nvSpPr>
        <p:spPr>
          <a:xfrm>
            <a:off x="8929116" y="1417320"/>
            <a:ext cx="2560320" cy="548640"/>
          </a:xfrm>
          <a:prstGeom prst="roundRect">
            <a:avLst>
              <a:gd name="adj" fmla="val 10000"/>
            </a:avLst>
          </a:prstGeom>
          <a:solidFill>
            <a:srgbClr val="FFFFFF"/>
          </a:solidFill>
          <a:ln w="19050">
            <a:solidFill>
              <a:srgbClr val="00B89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929116" y="1508760"/>
            <a:ext cx="2560320" cy="411480"/>
          </a:xfrm>
          <a:prstGeom prst="rect">
            <a:avLst/>
          </a:prstGeom>
          <a:noFill/>
        </p:spPr>
        <p:txBody>
          <a:bodyPr wrap="square">
            <a:spAutoFit/>
          </a:bodyPr>
          <a:lstStyle/>
          <a:p>
            <a:pPr algn="ctr">
              <a:defRPr sz="1300" b="0" i="0">
                <a:solidFill>
                  <a:srgbClr val="9E9E9E"/>
                </a:solidFill>
                <a:latin typeface="Tenorite"/>
              </a:defRPr>
            </a:pPr>
            <a:r>
              <a:t>Module 4</a:t>
            </a:r>
            <a:br/>
            <a:r>
              <a:t>Optimize LLMs</a:t>
            </a:r>
          </a:p>
        </p:txBody>
      </p:sp>
      <p:sp>
        <p:nvSpPr>
          <p:cNvPr id="13" name="Rounded Rectangle 12"/>
          <p:cNvSpPr/>
          <p:nvPr/>
        </p:nvSpPr>
        <p:spPr>
          <a:xfrm>
            <a:off x="4754880" y="2286000"/>
            <a:ext cx="2651760" cy="411480"/>
          </a:xfrm>
          <a:prstGeom prst="roundRect">
            <a:avLst>
              <a:gd name="adj" fmla="val 15000"/>
            </a:avLst>
          </a:prstGeom>
          <a:solidFill>
            <a:srgbClr val="00A5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754880" y="2331720"/>
            <a:ext cx="2651760" cy="365760"/>
          </a:xfrm>
          <a:prstGeom prst="rect">
            <a:avLst/>
          </a:prstGeom>
          <a:noFill/>
        </p:spPr>
        <p:txBody>
          <a:bodyPr wrap="square">
            <a:spAutoFit/>
          </a:bodyPr>
          <a:lstStyle/>
          <a:p>
            <a:pPr algn="ctr">
              <a:defRPr sz="1500" b="1" i="0">
                <a:solidFill>
                  <a:srgbClr val="FFFFFF"/>
                </a:solidFill>
                <a:latin typeface="Tenorite"/>
              </a:defRPr>
            </a:pPr>
            <a:r>
              <a:t>20–25% of DP-100</a:t>
            </a:r>
          </a:p>
        </p:txBody>
      </p:sp>
      <p:sp>
        <p:nvSpPr>
          <p:cNvPr id="15" name="TextBox 14"/>
          <p:cNvSpPr txBox="1"/>
          <p:nvPr/>
        </p:nvSpPr>
        <p:spPr>
          <a:xfrm>
            <a:off x="548640" y="3017520"/>
            <a:ext cx="5303520" cy="320040"/>
          </a:xfrm>
          <a:prstGeom prst="rect">
            <a:avLst/>
          </a:prstGeom>
          <a:noFill/>
        </p:spPr>
        <p:txBody>
          <a:bodyPr wrap="square">
            <a:spAutoFit/>
          </a:bodyPr>
          <a:lstStyle/>
          <a:p>
            <a:pPr algn="l">
              <a:defRPr sz="1600" b="1" i="0">
                <a:solidFill>
                  <a:srgbClr val="00A5BD"/>
                </a:solidFill>
                <a:latin typeface="Tenorite"/>
              </a:defRPr>
            </a:pPr>
            <a:r>
              <a:t>Exam Focus</a:t>
            </a:r>
          </a:p>
        </p:txBody>
      </p:sp>
      <p:sp>
        <p:nvSpPr>
          <p:cNvPr id="16" name="TextBox 15"/>
          <p:cNvSpPr txBox="1"/>
          <p:nvPr/>
        </p:nvSpPr>
        <p:spPr>
          <a:xfrm>
            <a:off x="548640" y="3383279"/>
            <a:ext cx="5303520" cy="2560320"/>
          </a:xfrm>
          <a:prstGeom prst="rect">
            <a:avLst/>
          </a:prstGeom>
          <a:noFill/>
        </p:spPr>
        <p:txBody>
          <a:bodyPr wrap="square">
            <a:spAutoFit/>
          </a:bodyPr>
          <a:lstStyle/>
          <a:p>
            <a:pPr>
              <a:spcBef>
                <a:spcPts val="0"/>
              </a:spcBef>
              <a:defRPr sz="1400">
                <a:solidFill>
                  <a:srgbClr val="5A5A5A"/>
                </a:solidFill>
                <a:latin typeface="Tenorite"/>
              </a:defRPr>
            </a:pPr>
            <a:r>
              <a:t>•  Use AutoML for tabular, vision, and NLP tasks</a:t>
            </a:r>
          </a:p>
          <a:p>
            <a:pPr>
              <a:spcBef>
                <a:spcPts val="600"/>
              </a:spcBef>
              <a:defRPr sz="1400">
                <a:solidFill>
                  <a:srgbClr val="5A5A5A"/>
                </a:solidFill>
                <a:latin typeface="Tenorite"/>
              </a:defRPr>
            </a:pPr>
            <a:r>
              <a:t>•  Use notebooks with compute instances and Spark</a:t>
            </a:r>
          </a:p>
          <a:p>
            <a:pPr>
              <a:spcBef>
                <a:spcPts val="600"/>
              </a:spcBef>
              <a:defRPr sz="1400">
                <a:solidFill>
                  <a:srgbClr val="5A5A5A"/>
                </a:solidFill>
                <a:latin typeface="Tenorite"/>
              </a:defRPr>
            </a:pPr>
            <a:r>
              <a:t>•  Retrieve features from a feature store</a:t>
            </a:r>
          </a:p>
          <a:p>
            <a:pPr>
              <a:spcBef>
                <a:spcPts val="600"/>
              </a:spcBef>
              <a:defRPr sz="1400">
                <a:solidFill>
                  <a:srgbClr val="5A5A5A"/>
                </a:solidFill>
                <a:latin typeface="Tenorite"/>
              </a:defRPr>
            </a:pPr>
            <a:r>
              <a:t>•  Track training with MLflow</a:t>
            </a:r>
          </a:p>
          <a:p>
            <a:pPr>
              <a:spcBef>
                <a:spcPts val="600"/>
              </a:spcBef>
              <a:defRPr sz="1400">
                <a:solidFill>
                  <a:srgbClr val="5A5A5A"/>
                </a:solidFill>
                <a:latin typeface="Tenorite"/>
              </a:defRPr>
            </a:pPr>
            <a:r>
              <a:t>•  Evaluate models with responsible AI guidelines</a:t>
            </a:r>
          </a:p>
        </p:txBody>
      </p:sp>
      <p:sp>
        <p:nvSpPr>
          <p:cNvPr id="17" name="TextBox 16"/>
          <p:cNvSpPr txBox="1"/>
          <p:nvPr/>
        </p:nvSpPr>
        <p:spPr>
          <a:xfrm>
            <a:off x="6309360" y="3017520"/>
            <a:ext cx="5303520" cy="320040"/>
          </a:xfrm>
          <a:prstGeom prst="rect">
            <a:avLst/>
          </a:prstGeom>
          <a:noFill/>
        </p:spPr>
        <p:txBody>
          <a:bodyPr wrap="square">
            <a:spAutoFit/>
          </a:bodyPr>
          <a:lstStyle/>
          <a:p>
            <a:pPr algn="l">
              <a:defRPr sz="1600" b="1" i="0">
                <a:solidFill>
                  <a:srgbClr val="00A5BD"/>
                </a:solidFill>
                <a:latin typeface="Tenorite"/>
              </a:defRPr>
            </a:pPr>
            <a:r>
              <a:t>In This Module</a:t>
            </a:r>
          </a:p>
        </p:txBody>
      </p:sp>
      <p:sp>
        <p:nvSpPr>
          <p:cNvPr id="18" name="TextBox 17"/>
          <p:cNvSpPr txBox="1"/>
          <p:nvPr/>
        </p:nvSpPr>
        <p:spPr>
          <a:xfrm>
            <a:off x="6309360" y="3383279"/>
            <a:ext cx="5303520" cy="2286000"/>
          </a:xfrm>
          <a:prstGeom prst="rect">
            <a:avLst/>
          </a:prstGeom>
          <a:noFill/>
        </p:spPr>
        <p:txBody>
          <a:bodyPr wrap="square">
            <a:spAutoFit/>
          </a:bodyPr>
          <a:lstStyle/>
          <a:p>
            <a:pPr>
              <a:spcBef>
                <a:spcPts val="0"/>
              </a:spcBef>
              <a:defRPr sz="1400">
                <a:solidFill>
                  <a:srgbClr val="5A5A5A"/>
                </a:solidFill>
                <a:latin typeface="Tenorite"/>
              </a:defRPr>
            </a:pPr>
            <a:r>
              <a:t>•  Explore datasets for the four scenarios</a:t>
            </a:r>
          </a:p>
          <a:p>
            <a:pPr>
              <a:spcBef>
                <a:spcPts val="600"/>
              </a:spcBef>
              <a:defRPr sz="1400">
                <a:solidFill>
                  <a:srgbClr val="5A5A5A"/>
                </a:solidFill>
                <a:latin typeface="Tenorite"/>
              </a:defRPr>
            </a:pPr>
            <a:r>
              <a:t>•  Run at least one AutoML experiment</a:t>
            </a:r>
          </a:p>
          <a:p>
            <a:pPr>
              <a:spcBef>
                <a:spcPts val="600"/>
              </a:spcBef>
              <a:defRPr sz="1400">
                <a:solidFill>
                  <a:srgbClr val="5A5A5A"/>
                </a:solidFill>
                <a:latin typeface="Tenorite"/>
              </a:defRPr>
            </a:pPr>
            <a:r>
              <a:t>•  Use notebooks to wrangle data and launch jobs</a:t>
            </a:r>
          </a:p>
          <a:p>
            <a:pPr>
              <a:spcBef>
                <a:spcPts val="600"/>
              </a:spcBef>
              <a:defRPr sz="1400">
                <a:solidFill>
                  <a:srgbClr val="5A5A5A"/>
                </a:solidFill>
                <a:latin typeface="Tenorite"/>
              </a:defRPr>
            </a:pPr>
            <a:r>
              <a:t>•  Log metrics and artifacts with MLflow</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Module 2: Hands-On Work and Coverage Gaps</a:t>
            </a:r>
          </a:p>
        </p:txBody>
      </p:sp>
      <p:sp>
        <p:nvSpPr>
          <p:cNvPr id="3" name="Rounded Rectangle 2"/>
          <p:cNvSpPr/>
          <p:nvPr/>
        </p:nvSpPr>
        <p:spPr>
          <a:xfrm>
            <a:off x="608076" y="1554480"/>
            <a:ext cx="10972800" cy="1280160"/>
          </a:xfrm>
          <a:prstGeom prst="roundRect">
            <a:avLst>
              <a:gd name="adj" fmla="val 3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608076" y="1554480"/>
            <a:ext cx="137160" cy="1280160"/>
          </a:xfrm>
          <a:prstGeom prst="rect">
            <a:avLst/>
          </a:prstGeom>
          <a:solidFill>
            <a:srgbClr val="00A5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973836" y="1645920"/>
            <a:ext cx="2286000" cy="320040"/>
          </a:xfrm>
          <a:prstGeom prst="rect">
            <a:avLst/>
          </a:prstGeom>
          <a:noFill/>
        </p:spPr>
        <p:txBody>
          <a:bodyPr wrap="square">
            <a:spAutoFit/>
          </a:bodyPr>
          <a:lstStyle/>
          <a:p>
            <a:pPr algn="l">
              <a:defRPr sz="1600" b="1" i="0">
                <a:solidFill>
                  <a:srgbClr val="00A5BD"/>
                </a:solidFill>
                <a:latin typeface="Tenorite"/>
              </a:defRPr>
            </a:pPr>
            <a:r>
              <a:t>Core Concepts</a:t>
            </a:r>
          </a:p>
        </p:txBody>
      </p:sp>
      <p:sp>
        <p:nvSpPr>
          <p:cNvPr id="6" name="TextBox 5"/>
          <p:cNvSpPr txBox="1"/>
          <p:nvPr/>
        </p:nvSpPr>
        <p:spPr>
          <a:xfrm>
            <a:off x="973836" y="2011680"/>
            <a:ext cx="10332720" cy="731520"/>
          </a:xfrm>
          <a:prstGeom prst="rect">
            <a:avLst/>
          </a:prstGeom>
          <a:noFill/>
        </p:spPr>
        <p:txBody>
          <a:bodyPr wrap="square">
            <a:spAutoFit/>
          </a:bodyPr>
          <a:lstStyle/>
          <a:p>
            <a:pPr algn="l">
              <a:defRPr sz="1400" b="0" i="0">
                <a:solidFill>
                  <a:srgbClr val="5A5A5A"/>
                </a:solidFill>
                <a:latin typeface="Tenorite"/>
              </a:defRPr>
            </a:pPr>
            <a:r>
              <a:t>AutoML configuration (task type, metrics, time budget), notebooks, MLflow runs/metrics/artifacts, train/validation/test splits, fairness checks</a:t>
            </a:r>
          </a:p>
        </p:txBody>
      </p:sp>
      <p:sp>
        <p:nvSpPr>
          <p:cNvPr id="7" name="Rounded Rectangle 6"/>
          <p:cNvSpPr/>
          <p:nvPr/>
        </p:nvSpPr>
        <p:spPr>
          <a:xfrm>
            <a:off x="608076" y="2971800"/>
            <a:ext cx="10972800" cy="1280160"/>
          </a:xfrm>
          <a:prstGeom prst="roundRect">
            <a:avLst>
              <a:gd name="adj" fmla="val 3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608076" y="2971800"/>
            <a:ext cx="137160" cy="1280160"/>
          </a:xfrm>
          <a:prstGeom prst="rect">
            <a:avLst/>
          </a:prstGeom>
          <a:solidFill>
            <a:srgbClr val="00A99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973836" y="3063240"/>
            <a:ext cx="2286000" cy="320040"/>
          </a:xfrm>
          <a:prstGeom prst="rect">
            <a:avLst/>
          </a:prstGeom>
          <a:noFill/>
        </p:spPr>
        <p:txBody>
          <a:bodyPr wrap="square">
            <a:spAutoFit/>
          </a:bodyPr>
          <a:lstStyle/>
          <a:p>
            <a:pPr algn="l">
              <a:defRPr sz="1600" b="1" i="0">
                <a:solidFill>
                  <a:srgbClr val="00A99D"/>
                </a:solidFill>
                <a:latin typeface="Tenorite"/>
              </a:defRPr>
            </a:pPr>
            <a:r>
              <a:t>Lab Tasks</a:t>
            </a:r>
          </a:p>
        </p:txBody>
      </p:sp>
      <p:sp>
        <p:nvSpPr>
          <p:cNvPr id="10" name="TextBox 9"/>
          <p:cNvSpPr txBox="1"/>
          <p:nvPr/>
        </p:nvSpPr>
        <p:spPr>
          <a:xfrm>
            <a:off x="973836" y="3429000"/>
            <a:ext cx="10332720" cy="731520"/>
          </a:xfrm>
          <a:prstGeom prst="rect">
            <a:avLst/>
          </a:prstGeom>
          <a:noFill/>
        </p:spPr>
        <p:txBody>
          <a:bodyPr wrap="square">
            <a:spAutoFit/>
          </a:bodyPr>
          <a:lstStyle/>
          <a:p>
            <a:pPr algn="l">
              <a:defRPr sz="1400" b="0" i="0">
                <a:solidFill>
                  <a:srgbClr val="5A5A5A"/>
                </a:solidFill>
                <a:latin typeface="Tenorite"/>
              </a:defRPr>
            </a:pPr>
            <a:r>
              <a:t>Run AutoML for anomaly detection or clustering, use notebooks for data wrangling, log runs and metrics via MLflow, compare models</a:t>
            </a:r>
          </a:p>
        </p:txBody>
      </p:sp>
      <p:sp>
        <p:nvSpPr>
          <p:cNvPr id="11" name="Rounded Rectangle 10"/>
          <p:cNvSpPr/>
          <p:nvPr/>
        </p:nvSpPr>
        <p:spPr>
          <a:xfrm>
            <a:off x="608076" y="4389120"/>
            <a:ext cx="10972800" cy="1280160"/>
          </a:xfrm>
          <a:prstGeom prst="roundRect">
            <a:avLst>
              <a:gd name="adj" fmla="val 3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608076" y="4389120"/>
            <a:ext cx="137160" cy="1280160"/>
          </a:xfrm>
          <a:prstGeom prst="rect">
            <a:avLst/>
          </a:prstGeom>
          <a:solidFill>
            <a:srgbClr val="F794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973836" y="4480559"/>
            <a:ext cx="2286000" cy="320040"/>
          </a:xfrm>
          <a:prstGeom prst="rect">
            <a:avLst/>
          </a:prstGeom>
          <a:noFill/>
        </p:spPr>
        <p:txBody>
          <a:bodyPr wrap="square">
            <a:spAutoFit/>
          </a:bodyPr>
          <a:lstStyle/>
          <a:p>
            <a:pPr algn="l">
              <a:defRPr sz="1600" b="1" i="0">
                <a:solidFill>
                  <a:srgbClr val="F7941D"/>
                </a:solidFill>
                <a:latin typeface="Tenorite"/>
              </a:defRPr>
            </a:pPr>
            <a:r>
              <a:t>Study Separately</a:t>
            </a:r>
          </a:p>
        </p:txBody>
      </p:sp>
      <p:sp>
        <p:nvSpPr>
          <p:cNvPr id="14" name="TextBox 13"/>
          <p:cNvSpPr txBox="1"/>
          <p:nvPr/>
        </p:nvSpPr>
        <p:spPr>
          <a:xfrm>
            <a:off x="973836" y="4846320"/>
            <a:ext cx="10332720" cy="731520"/>
          </a:xfrm>
          <a:prstGeom prst="rect">
            <a:avLst/>
          </a:prstGeom>
          <a:noFill/>
        </p:spPr>
        <p:txBody>
          <a:bodyPr wrap="square">
            <a:spAutoFit/>
          </a:bodyPr>
          <a:lstStyle/>
          <a:p>
            <a:pPr algn="l">
              <a:defRPr sz="1400" b="0" i="0">
                <a:solidFill>
                  <a:srgbClr val="5A5A5A"/>
                </a:solidFill>
                <a:latin typeface="Tenorite"/>
              </a:defRPr>
            </a:pPr>
            <a:r>
              <a:t>Wrangling with Synapse Spark and serverless Spark, retrieving features from a feature store (complete at least one Microsoft Learn module on these)</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Module 2 Knowledge Check</a:t>
            </a:r>
          </a:p>
        </p:txBody>
      </p:sp>
      <p:sp>
        <p:nvSpPr>
          <p:cNvPr id="3" name="Oval 2"/>
          <p:cNvSpPr/>
          <p:nvPr/>
        </p:nvSpPr>
        <p:spPr>
          <a:xfrm>
            <a:off x="1979675" y="1645920"/>
            <a:ext cx="731520" cy="731520"/>
          </a:xfrm>
          <a:prstGeom prst="ellipse">
            <a:avLst/>
          </a:prstGeom>
          <a:solidFill>
            <a:srgbClr val="00A5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979675" y="1737360"/>
            <a:ext cx="731520" cy="548640"/>
          </a:xfrm>
          <a:prstGeom prst="rect">
            <a:avLst/>
          </a:prstGeom>
          <a:noFill/>
        </p:spPr>
        <p:txBody>
          <a:bodyPr wrap="square">
            <a:spAutoFit/>
          </a:bodyPr>
          <a:lstStyle/>
          <a:p>
            <a:pPr algn="ctr">
              <a:defRPr sz="2600" b="1" i="0">
                <a:solidFill>
                  <a:srgbClr val="FFFFFF"/>
                </a:solidFill>
                <a:latin typeface="Tenorite"/>
              </a:defRPr>
            </a:pPr>
            <a:r>
              <a:t>1</a:t>
            </a:r>
          </a:p>
        </p:txBody>
      </p:sp>
      <p:sp>
        <p:nvSpPr>
          <p:cNvPr id="5" name="Rounded Rectangle 4"/>
          <p:cNvSpPr/>
          <p:nvPr/>
        </p:nvSpPr>
        <p:spPr>
          <a:xfrm>
            <a:off x="699515" y="2377440"/>
            <a:ext cx="3291840" cy="3108960"/>
          </a:xfrm>
          <a:prstGeom prst="roundRect">
            <a:avLst>
              <a:gd name="adj" fmla="val 4000"/>
            </a:avLst>
          </a:prstGeom>
          <a:solidFill>
            <a:srgbClr val="FFFFFF"/>
          </a:solidFill>
          <a:ln w="19050">
            <a:solidFill>
              <a:srgbClr val="00A5B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36675" y="2514600"/>
            <a:ext cx="3017520" cy="822960"/>
          </a:xfrm>
          <a:prstGeom prst="rect">
            <a:avLst/>
          </a:prstGeom>
          <a:noFill/>
        </p:spPr>
        <p:txBody>
          <a:bodyPr wrap="square">
            <a:spAutoFit/>
          </a:bodyPr>
          <a:lstStyle/>
          <a:p>
            <a:pPr algn="l">
              <a:defRPr sz="1500" b="1" i="0">
                <a:solidFill>
                  <a:srgbClr val="0D2137"/>
                </a:solidFill>
                <a:latin typeface="Tenorite"/>
              </a:defRPr>
            </a:pPr>
            <a:r>
              <a:t>When would you choose AutoML over a custom training script?</a:t>
            </a:r>
          </a:p>
        </p:txBody>
      </p:sp>
      <p:sp>
        <p:nvSpPr>
          <p:cNvPr id="7" name="Rectangle 6"/>
          <p:cNvSpPr/>
          <p:nvPr/>
        </p:nvSpPr>
        <p:spPr>
          <a:xfrm>
            <a:off x="973835" y="3383280"/>
            <a:ext cx="2743200" cy="18288"/>
          </a:xfrm>
          <a:prstGeom prst="rect">
            <a:avLst/>
          </a:prstGeom>
          <a:solidFill>
            <a:srgbClr val="00A5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36675" y="3520440"/>
            <a:ext cx="3017520" cy="1828800"/>
          </a:xfrm>
          <a:prstGeom prst="rect">
            <a:avLst/>
          </a:prstGeom>
          <a:noFill/>
        </p:spPr>
        <p:txBody>
          <a:bodyPr wrap="square">
            <a:spAutoFit/>
          </a:bodyPr>
          <a:lstStyle/>
          <a:p>
            <a:pPr algn="l">
              <a:defRPr sz="1300" b="0" i="1">
                <a:solidFill>
                  <a:srgbClr val="9E9E9E"/>
                </a:solidFill>
                <a:latin typeface="Tenorite"/>
              </a:defRPr>
            </a:pPr>
            <a:r>
              <a:t>AutoML is good when you want to search model and hyperparameter space quickly, or when you are unsure which algorithm family fits best.</a:t>
            </a:r>
          </a:p>
        </p:txBody>
      </p:sp>
      <p:sp>
        <p:nvSpPr>
          <p:cNvPr id="9" name="Oval 8"/>
          <p:cNvSpPr/>
          <p:nvPr/>
        </p:nvSpPr>
        <p:spPr>
          <a:xfrm>
            <a:off x="5728715" y="1645920"/>
            <a:ext cx="731520" cy="731520"/>
          </a:xfrm>
          <a:prstGeom prst="ellipse">
            <a:avLst/>
          </a:prstGeom>
          <a:solidFill>
            <a:srgbClr val="00A99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5728715" y="1737360"/>
            <a:ext cx="731520" cy="548640"/>
          </a:xfrm>
          <a:prstGeom prst="rect">
            <a:avLst/>
          </a:prstGeom>
          <a:noFill/>
        </p:spPr>
        <p:txBody>
          <a:bodyPr wrap="square">
            <a:spAutoFit/>
          </a:bodyPr>
          <a:lstStyle/>
          <a:p>
            <a:pPr algn="ctr">
              <a:defRPr sz="2600" b="1" i="0">
                <a:solidFill>
                  <a:srgbClr val="FFFFFF"/>
                </a:solidFill>
                <a:latin typeface="Tenorite"/>
              </a:defRPr>
            </a:pPr>
            <a:r>
              <a:t>2</a:t>
            </a:r>
          </a:p>
        </p:txBody>
      </p:sp>
      <p:sp>
        <p:nvSpPr>
          <p:cNvPr id="11" name="Rounded Rectangle 10"/>
          <p:cNvSpPr/>
          <p:nvPr/>
        </p:nvSpPr>
        <p:spPr>
          <a:xfrm>
            <a:off x="4448555" y="2377440"/>
            <a:ext cx="3291840" cy="3108960"/>
          </a:xfrm>
          <a:prstGeom prst="roundRect">
            <a:avLst>
              <a:gd name="adj" fmla="val 4000"/>
            </a:avLst>
          </a:prstGeom>
          <a:solidFill>
            <a:srgbClr val="FFFFFF"/>
          </a:solidFill>
          <a:ln w="19050">
            <a:solidFill>
              <a:srgbClr val="00A99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585716" y="2514600"/>
            <a:ext cx="3017520" cy="822960"/>
          </a:xfrm>
          <a:prstGeom prst="rect">
            <a:avLst/>
          </a:prstGeom>
          <a:noFill/>
        </p:spPr>
        <p:txBody>
          <a:bodyPr wrap="square">
            <a:spAutoFit/>
          </a:bodyPr>
          <a:lstStyle/>
          <a:p>
            <a:pPr algn="l">
              <a:defRPr sz="1500" b="1" i="0">
                <a:solidFill>
                  <a:srgbClr val="0D2137"/>
                </a:solidFill>
                <a:latin typeface="Tenorite"/>
              </a:defRPr>
            </a:pPr>
            <a:r>
              <a:t>What are two benefits of tracking experiments with MLflow?</a:t>
            </a:r>
          </a:p>
        </p:txBody>
      </p:sp>
      <p:sp>
        <p:nvSpPr>
          <p:cNvPr id="13" name="Rectangle 12"/>
          <p:cNvSpPr/>
          <p:nvPr/>
        </p:nvSpPr>
        <p:spPr>
          <a:xfrm>
            <a:off x="4722875" y="3383280"/>
            <a:ext cx="2743200" cy="18288"/>
          </a:xfrm>
          <a:prstGeom prst="rect">
            <a:avLst/>
          </a:prstGeom>
          <a:solidFill>
            <a:srgbClr val="00A99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585716" y="3520440"/>
            <a:ext cx="3017520" cy="1828800"/>
          </a:xfrm>
          <a:prstGeom prst="rect">
            <a:avLst/>
          </a:prstGeom>
          <a:noFill/>
        </p:spPr>
        <p:txBody>
          <a:bodyPr wrap="square">
            <a:spAutoFit/>
          </a:bodyPr>
          <a:lstStyle/>
          <a:p>
            <a:pPr algn="l">
              <a:defRPr sz="1300" b="0" i="1">
                <a:solidFill>
                  <a:srgbClr val="9E9E9E"/>
                </a:solidFill>
                <a:latin typeface="Tenorite"/>
              </a:defRPr>
            </a:pPr>
            <a:r>
              <a:t>Consistent tracking of runs, metrics, parameters, and artifacts. Simplifies model registration and comparison.</a:t>
            </a:r>
          </a:p>
        </p:txBody>
      </p:sp>
      <p:sp>
        <p:nvSpPr>
          <p:cNvPr id="15" name="Oval 14"/>
          <p:cNvSpPr/>
          <p:nvPr/>
        </p:nvSpPr>
        <p:spPr>
          <a:xfrm>
            <a:off x="9477756" y="1645920"/>
            <a:ext cx="731520" cy="731520"/>
          </a:xfrm>
          <a:prstGeom prst="ellipse">
            <a:avLst/>
          </a:prstGeom>
          <a:solidFill>
            <a:srgbClr val="00B89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9477756" y="1737360"/>
            <a:ext cx="731520" cy="548640"/>
          </a:xfrm>
          <a:prstGeom prst="rect">
            <a:avLst/>
          </a:prstGeom>
          <a:noFill/>
        </p:spPr>
        <p:txBody>
          <a:bodyPr wrap="square">
            <a:spAutoFit/>
          </a:bodyPr>
          <a:lstStyle/>
          <a:p>
            <a:pPr algn="ctr">
              <a:defRPr sz="2600" b="1" i="0">
                <a:solidFill>
                  <a:srgbClr val="FFFFFF"/>
                </a:solidFill>
                <a:latin typeface="Tenorite"/>
              </a:defRPr>
            </a:pPr>
            <a:r>
              <a:t>3</a:t>
            </a:r>
          </a:p>
        </p:txBody>
      </p:sp>
      <p:sp>
        <p:nvSpPr>
          <p:cNvPr id="17" name="Rounded Rectangle 16"/>
          <p:cNvSpPr/>
          <p:nvPr/>
        </p:nvSpPr>
        <p:spPr>
          <a:xfrm>
            <a:off x="8197596" y="2377440"/>
            <a:ext cx="3291840" cy="3108960"/>
          </a:xfrm>
          <a:prstGeom prst="roundRect">
            <a:avLst>
              <a:gd name="adj" fmla="val 4000"/>
            </a:avLst>
          </a:prstGeom>
          <a:solidFill>
            <a:srgbClr val="FFFFFF"/>
          </a:solidFill>
          <a:ln w="19050">
            <a:solidFill>
              <a:srgbClr val="00B89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8334756" y="2514600"/>
            <a:ext cx="3017520" cy="822960"/>
          </a:xfrm>
          <a:prstGeom prst="rect">
            <a:avLst/>
          </a:prstGeom>
          <a:noFill/>
        </p:spPr>
        <p:txBody>
          <a:bodyPr wrap="square">
            <a:spAutoFit/>
          </a:bodyPr>
          <a:lstStyle/>
          <a:p>
            <a:pPr algn="l">
              <a:defRPr sz="1500" b="1" i="0">
                <a:solidFill>
                  <a:srgbClr val="0D2137"/>
                </a:solidFill>
                <a:latin typeface="Tenorite"/>
              </a:defRPr>
            </a:pPr>
            <a:r>
              <a:t>How might responsible AI guidelines influence your model evaluation?</a:t>
            </a:r>
          </a:p>
        </p:txBody>
      </p:sp>
      <p:sp>
        <p:nvSpPr>
          <p:cNvPr id="19" name="Rectangle 18"/>
          <p:cNvSpPr/>
          <p:nvPr/>
        </p:nvSpPr>
        <p:spPr>
          <a:xfrm>
            <a:off x="8471916" y="3383280"/>
            <a:ext cx="2743200" cy="18288"/>
          </a:xfrm>
          <a:prstGeom prst="rect">
            <a:avLst/>
          </a:prstGeom>
          <a:solidFill>
            <a:srgbClr val="00B89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8334756" y="3520440"/>
            <a:ext cx="3017520" cy="1828800"/>
          </a:xfrm>
          <a:prstGeom prst="rect">
            <a:avLst/>
          </a:prstGeom>
          <a:noFill/>
        </p:spPr>
        <p:txBody>
          <a:bodyPr wrap="square">
            <a:spAutoFit/>
          </a:bodyPr>
          <a:lstStyle/>
          <a:p>
            <a:pPr algn="l">
              <a:defRPr sz="1300" b="0" i="1">
                <a:solidFill>
                  <a:srgbClr val="9E9E9E"/>
                </a:solidFill>
                <a:latin typeface="Tenorite"/>
              </a:defRPr>
            </a:pPr>
            <a:r>
              <a:t>Examine performance across subgroups, penalize models poor for certain populations, reject models relying on sensitive features.</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Module 3: Train and Deploy Models</a:t>
            </a:r>
          </a:p>
        </p:txBody>
      </p:sp>
      <p:sp>
        <p:nvSpPr>
          <p:cNvPr id="3" name="Rectangle 2"/>
          <p:cNvSpPr/>
          <p:nvPr/>
        </p:nvSpPr>
        <p:spPr>
          <a:xfrm>
            <a:off x="1979676" y="1673352"/>
            <a:ext cx="8229600" cy="36576"/>
          </a:xfrm>
          <a:prstGeom prst="rect">
            <a:avLst/>
          </a:prstGeom>
          <a:solidFill>
            <a:srgbClr val="E8E8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699516" y="1417320"/>
            <a:ext cx="2560320" cy="548640"/>
          </a:xfrm>
          <a:prstGeom prst="roundRect">
            <a:avLst>
              <a:gd name="adj" fmla="val 10000"/>
            </a:avLst>
          </a:prstGeom>
          <a:solidFill>
            <a:srgbClr val="FFFFFF"/>
          </a:solidFill>
          <a:ln w="19050">
            <a:solidFill>
              <a:srgbClr val="008CB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99516" y="1508760"/>
            <a:ext cx="2560320" cy="411480"/>
          </a:xfrm>
          <a:prstGeom prst="rect">
            <a:avLst/>
          </a:prstGeom>
          <a:noFill/>
        </p:spPr>
        <p:txBody>
          <a:bodyPr wrap="square">
            <a:spAutoFit/>
          </a:bodyPr>
          <a:lstStyle/>
          <a:p>
            <a:pPr algn="ctr">
              <a:defRPr sz="1300" b="0" i="0">
                <a:solidFill>
                  <a:srgbClr val="9E9E9E"/>
                </a:solidFill>
                <a:latin typeface="Tenorite"/>
              </a:defRPr>
            </a:pPr>
            <a:r>
              <a:t>Module 1</a:t>
            </a:r>
            <a:br/>
            <a:r>
              <a:t>Design &amp; Prepare</a:t>
            </a:r>
          </a:p>
        </p:txBody>
      </p:sp>
      <p:sp>
        <p:nvSpPr>
          <p:cNvPr id="6" name="Rounded Rectangle 5"/>
          <p:cNvSpPr/>
          <p:nvPr/>
        </p:nvSpPr>
        <p:spPr>
          <a:xfrm>
            <a:off x="3442716" y="1417320"/>
            <a:ext cx="2560320" cy="548640"/>
          </a:xfrm>
          <a:prstGeom prst="roundRect">
            <a:avLst>
              <a:gd name="adj" fmla="val 10000"/>
            </a:avLst>
          </a:prstGeom>
          <a:solidFill>
            <a:srgbClr val="FFFFFF"/>
          </a:solidFill>
          <a:ln w="19050">
            <a:solidFill>
              <a:srgbClr val="00A5B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3442716" y="1508760"/>
            <a:ext cx="2560320" cy="411480"/>
          </a:xfrm>
          <a:prstGeom prst="rect">
            <a:avLst/>
          </a:prstGeom>
          <a:noFill/>
        </p:spPr>
        <p:txBody>
          <a:bodyPr wrap="square">
            <a:spAutoFit/>
          </a:bodyPr>
          <a:lstStyle/>
          <a:p>
            <a:pPr algn="ctr">
              <a:defRPr sz="1300" b="0" i="0">
                <a:solidFill>
                  <a:srgbClr val="9E9E9E"/>
                </a:solidFill>
                <a:latin typeface="Tenorite"/>
              </a:defRPr>
            </a:pPr>
            <a:r>
              <a:t>Module 2</a:t>
            </a:r>
            <a:br/>
            <a:r>
              <a:t>Explore &amp; Experiment</a:t>
            </a:r>
          </a:p>
        </p:txBody>
      </p:sp>
      <p:sp>
        <p:nvSpPr>
          <p:cNvPr id="8" name="Rounded Rectangle 7"/>
          <p:cNvSpPr/>
          <p:nvPr/>
        </p:nvSpPr>
        <p:spPr>
          <a:xfrm>
            <a:off x="6185916" y="1417320"/>
            <a:ext cx="2560320" cy="548640"/>
          </a:xfrm>
          <a:prstGeom prst="roundRect">
            <a:avLst>
              <a:gd name="adj" fmla="val 10000"/>
            </a:avLst>
          </a:prstGeom>
          <a:solidFill>
            <a:srgbClr val="00A99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185916" y="1508760"/>
            <a:ext cx="2560320" cy="411480"/>
          </a:xfrm>
          <a:prstGeom prst="rect">
            <a:avLst/>
          </a:prstGeom>
          <a:noFill/>
        </p:spPr>
        <p:txBody>
          <a:bodyPr wrap="square">
            <a:spAutoFit/>
          </a:bodyPr>
          <a:lstStyle/>
          <a:p>
            <a:pPr algn="ctr">
              <a:defRPr sz="1300" b="1" i="0">
                <a:solidFill>
                  <a:srgbClr val="FFFFFF"/>
                </a:solidFill>
                <a:latin typeface="Tenorite"/>
              </a:defRPr>
            </a:pPr>
            <a:r>
              <a:t>Module 3</a:t>
            </a:r>
            <a:br/>
            <a:r>
              <a:t>Train &amp; Deploy</a:t>
            </a:r>
          </a:p>
        </p:txBody>
      </p:sp>
      <p:sp>
        <p:nvSpPr>
          <p:cNvPr id="10" name="Down Arrow 9"/>
          <p:cNvSpPr/>
          <p:nvPr/>
        </p:nvSpPr>
        <p:spPr>
          <a:xfrm>
            <a:off x="7328916" y="1161288"/>
            <a:ext cx="274320" cy="228600"/>
          </a:xfrm>
          <a:prstGeom prst="downArrow">
            <a:avLst/>
          </a:prstGeom>
          <a:solidFill>
            <a:srgbClr val="F794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10"/>
          <p:cNvSpPr/>
          <p:nvPr/>
        </p:nvSpPr>
        <p:spPr>
          <a:xfrm>
            <a:off x="8929116" y="1417320"/>
            <a:ext cx="2560320" cy="548640"/>
          </a:xfrm>
          <a:prstGeom prst="roundRect">
            <a:avLst>
              <a:gd name="adj" fmla="val 10000"/>
            </a:avLst>
          </a:prstGeom>
          <a:solidFill>
            <a:srgbClr val="FFFFFF"/>
          </a:solidFill>
          <a:ln w="19050">
            <a:solidFill>
              <a:srgbClr val="00B89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929116" y="1508760"/>
            <a:ext cx="2560320" cy="411480"/>
          </a:xfrm>
          <a:prstGeom prst="rect">
            <a:avLst/>
          </a:prstGeom>
          <a:noFill/>
        </p:spPr>
        <p:txBody>
          <a:bodyPr wrap="square">
            <a:spAutoFit/>
          </a:bodyPr>
          <a:lstStyle/>
          <a:p>
            <a:pPr algn="ctr">
              <a:defRPr sz="1300" b="0" i="0">
                <a:solidFill>
                  <a:srgbClr val="9E9E9E"/>
                </a:solidFill>
                <a:latin typeface="Tenorite"/>
              </a:defRPr>
            </a:pPr>
            <a:r>
              <a:t>Module 4</a:t>
            </a:r>
            <a:br/>
            <a:r>
              <a:t>Optimize LLMs</a:t>
            </a:r>
          </a:p>
        </p:txBody>
      </p:sp>
      <p:sp>
        <p:nvSpPr>
          <p:cNvPr id="13" name="Rounded Rectangle 12"/>
          <p:cNvSpPr/>
          <p:nvPr/>
        </p:nvSpPr>
        <p:spPr>
          <a:xfrm>
            <a:off x="4754880" y="2286000"/>
            <a:ext cx="2651760" cy="411480"/>
          </a:xfrm>
          <a:prstGeom prst="roundRect">
            <a:avLst>
              <a:gd name="adj" fmla="val 15000"/>
            </a:avLst>
          </a:prstGeom>
          <a:solidFill>
            <a:srgbClr val="00A99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754880" y="2331720"/>
            <a:ext cx="2651760" cy="365760"/>
          </a:xfrm>
          <a:prstGeom prst="rect">
            <a:avLst/>
          </a:prstGeom>
          <a:noFill/>
        </p:spPr>
        <p:txBody>
          <a:bodyPr wrap="square">
            <a:spAutoFit/>
          </a:bodyPr>
          <a:lstStyle/>
          <a:p>
            <a:pPr algn="ctr">
              <a:defRPr sz="1500" b="1" i="0">
                <a:solidFill>
                  <a:srgbClr val="FFFFFF"/>
                </a:solidFill>
                <a:latin typeface="Tenorite"/>
              </a:defRPr>
            </a:pPr>
            <a:r>
              <a:t>25–30% of DP-100</a:t>
            </a:r>
          </a:p>
        </p:txBody>
      </p:sp>
      <p:sp>
        <p:nvSpPr>
          <p:cNvPr id="15" name="TextBox 14"/>
          <p:cNvSpPr txBox="1"/>
          <p:nvPr/>
        </p:nvSpPr>
        <p:spPr>
          <a:xfrm>
            <a:off x="548640" y="3017520"/>
            <a:ext cx="5303520" cy="320040"/>
          </a:xfrm>
          <a:prstGeom prst="rect">
            <a:avLst/>
          </a:prstGeom>
          <a:noFill/>
        </p:spPr>
        <p:txBody>
          <a:bodyPr wrap="square">
            <a:spAutoFit/>
          </a:bodyPr>
          <a:lstStyle/>
          <a:p>
            <a:pPr algn="l">
              <a:defRPr sz="1600" b="1" i="0">
                <a:solidFill>
                  <a:srgbClr val="00A99D"/>
                </a:solidFill>
                <a:latin typeface="Tenorite"/>
              </a:defRPr>
            </a:pPr>
            <a:r>
              <a:t>Exam Focus</a:t>
            </a:r>
          </a:p>
        </p:txBody>
      </p:sp>
      <p:sp>
        <p:nvSpPr>
          <p:cNvPr id="16" name="TextBox 15"/>
          <p:cNvSpPr txBox="1"/>
          <p:nvPr/>
        </p:nvSpPr>
        <p:spPr>
          <a:xfrm>
            <a:off x="548640" y="3383279"/>
            <a:ext cx="5303520" cy="2560320"/>
          </a:xfrm>
          <a:prstGeom prst="rect">
            <a:avLst/>
          </a:prstGeom>
          <a:noFill/>
        </p:spPr>
        <p:txBody>
          <a:bodyPr wrap="square">
            <a:spAutoFit/>
          </a:bodyPr>
          <a:lstStyle/>
          <a:p>
            <a:pPr>
              <a:spcBef>
                <a:spcPts val="0"/>
              </a:spcBef>
              <a:defRPr sz="1400">
                <a:solidFill>
                  <a:srgbClr val="5A5A5A"/>
                </a:solidFill>
                <a:latin typeface="Tenorite"/>
              </a:defRPr>
            </a:pPr>
            <a:r>
              <a:t>•  Run model training scripts as jobs</a:t>
            </a:r>
          </a:p>
          <a:p>
            <a:pPr>
              <a:spcBef>
                <a:spcPts val="600"/>
              </a:spcBef>
              <a:defRPr sz="1400">
                <a:solidFill>
                  <a:srgbClr val="5A5A5A"/>
                </a:solidFill>
                <a:latin typeface="Tenorite"/>
              </a:defRPr>
            </a:pPr>
            <a:r>
              <a:t>•  Implement training pipelines</a:t>
            </a:r>
          </a:p>
          <a:p>
            <a:pPr>
              <a:spcBef>
                <a:spcPts val="600"/>
              </a:spcBef>
              <a:defRPr sz="1400">
                <a:solidFill>
                  <a:srgbClr val="5A5A5A"/>
                </a:solidFill>
                <a:latin typeface="Tenorite"/>
              </a:defRPr>
            </a:pPr>
            <a:r>
              <a:t>•  Manage models in Azure ML</a:t>
            </a:r>
          </a:p>
          <a:p>
            <a:pPr>
              <a:spcBef>
                <a:spcPts val="600"/>
              </a:spcBef>
              <a:defRPr sz="1400">
                <a:solidFill>
                  <a:srgbClr val="5A5A5A"/>
                </a:solidFill>
                <a:latin typeface="Tenorite"/>
              </a:defRPr>
            </a:pPr>
            <a:r>
              <a:t>•  Deploy to managed online endpoints</a:t>
            </a:r>
          </a:p>
          <a:p>
            <a:pPr>
              <a:spcBef>
                <a:spcPts val="600"/>
              </a:spcBef>
              <a:defRPr sz="1400">
                <a:solidFill>
                  <a:srgbClr val="5A5A5A"/>
                </a:solidFill>
                <a:latin typeface="Tenorite"/>
              </a:defRPr>
            </a:pPr>
            <a:r>
              <a:t>•  Monitor deployments and handle updates</a:t>
            </a:r>
          </a:p>
        </p:txBody>
      </p:sp>
      <p:sp>
        <p:nvSpPr>
          <p:cNvPr id="17" name="TextBox 16"/>
          <p:cNvSpPr txBox="1"/>
          <p:nvPr/>
        </p:nvSpPr>
        <p:spPr>
          <a:xfrm>
            <a:off x="6309360" y="3017520"/>
            <a:ext cx="5303520" cy="320040"/>
          </a:xfrm>
          <a:prstGeom prst="rect">
            <a:avLst/>
          </a:prstGeom>
          <a:noFill/>
        </p:spPr>
        <p:txBody>
          <a:bodyPr wrap="square">
            <a:spAutoFit/>
          </a:bodyPr>
          <a:lstStyle/>
          <a:p>
            <a:pPr algn="l">
              <a:defRPr sz="1600" b="1" i="0">
                <a:solidFill>
                  <a:srgbClr val="00A99D"/>
                </a:solidFill>
                <a:latin typeface="Tenorite"/>
              </a:defRPr>
            </a:pPr>
            <a:r>
              <a:t>In This Module</a:t>
            </a:r>
          </a:p>
        </p:txBody>
      </p:sp>
      <p:sp>
        <p:nvSpPr>
          <p:cNvPr id="18" name="TextBox 17"/>
          <p:cNvSpPr txBox="1"/>
          <p:nvPr/>
        </p:nvSpPr>
        <p:spPr>
          <a:xfrm>
            <a:off x="6309360" y="3383279"/>
            <a:ext cx="5303520" cy="2286000"/>
          </a:xfrm>
          <a:prstGeom prst="rect">
            <a:avLst/>
          </a:prstGeom>
          <a:noFill/>
        </p:spPr>
        <p:txBody>
          <a:bodyPr wrap="square">
            <a:spAutoFit/>
          </a:bodyPr>
          <a:lstStyle/>
          <a:p>
            <a:pPr>
              <a:spcBef>
                <a:spcPts val="0"/>
              </a:spcBef>
              <a:defRPr sz="1400">
                <a:solidFill>
                  <a:srgbClr val="5A5A5A"/>
                </a:solidFill>
                <a:latin typeface="Tenorite"/>
              </a:defRPr>
            </a:pPr>
            <a:r>
              <a:t>•  Convert experiments into repeatable script jobs</a:t>
            </a:r>
          </a:p>
          <a:p>
            <a:pPr>
              <a:spcBef>
                <a:spcPts val="600"/>
              </a:spcBef>
              <a:defRPr sz="1400">
                <a:solidFill>
                  <a:srgbClr val="5A5A5A"/>
                </a:solidFill>
                <a:latin typeface="Tenorite"/>
              </a:defRPr>
            </a:pPr>
            <a:r>
              <a:t>•  Build a simple Azure ML pipeline</a:t>
            </a:r>
          </a:p>
          <a:p>
            <a:pPr>
              <a:spcBef>
                <a:spcPts val="600"/>
              </a:spcBef>
              <a:defRPr sz="1400">
                <a:solidFill>
                  <a:srgbClr val="5A5A5A"/>
                </a:solidFill>
                <a:latin typeface="Tenorite"/>
              </a:defRPr>
            </a:pPr>
            <a:r>
              <a:t>•  Register models and manage versions</a:t>
            </a:r>
          </a:p>
          <a:p>
            <a:pPr>
              <a:spcBef>
                <a:spcPts val="600"/>
              </a:spcBef>
              <a:defRPr sz="1400">
                <a:solidFill>
                  <a:srgbClr val="5A5A5A"/>
                </a:solidFill>
                <a:latin typeface="Tenorite"/>
              </a:defRPr>
            </a:pPr>
            <a:r>
              <a:t>•  Deploy and test managed online endpoints</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Module 3: From Training Scripts to Live Endpoints</a:t>
            </a:r>
          </a:p>
        </p:txBody>
      </p:sp>
      <p:sp>
        <p:nvSpPr>
          <p:cNvPr id="3" name="Rounded Rectangle 2"/>
          <p:cNvSpPr/>
          <p:nvPr/>
        </p:nvSpPr>
        <p:spPr>
          <a:xfrm>
            <a:off x="836676" y="1554480"/>
            <a:ext cx="10515600" cy="960120"/>
          </a:xfrm>
          <a:prstGeom prst="roundRect">
            <a:avLst>
              <a:gd name="adj" fmla="val 3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973836" y="1760220"/>
            <a:ext cx="548640" cy="548640"/>
          </a:xfrm>
          <a:prstGeom prst="ellipse">
            <a:avLst/>
          </a:prstGeom>
          <a:solidFill>
            <a:srgbClr val="008CB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973836" y="1833372"/>
            <a:ext cx="548640" cy="411480"/>
          </a:xfrm>
          <a:prstGeom prst="rect">
            <a:avLst/>
          </a:prstGeom>
          <a:noFill/>
        </p:spPr>
        <p:txBody>
          <a:bodyPr wrap="square">
            <a:spAutoFit/>
          </a:bodyPr>
          <a:lstStyle/>
          <a:p>
            <a:pPr algn="ctr">
              <a:defRPr sz="2000" b="1" i="0">
                <a:solidFill>
                  <a:srgbClr val="FFFFFF"/>
                </a:solidFill>
                <a:latin typeface="Tenorite"/>
              </a:defRPr>
            </a:pPr>
            <a:r>
              <a:t>1</a:t>
            </a:r>
          </a:p>
        </p:txBody>
      </p:sp>
      <p:sp>
        <p:nvSpPr>
          <p:cNvPr id="6" name="TextBox 5"/>
          <p:cNvSpPr txBox="1"/>
          <p:nvPr/>
        </p:nvSpPr>
        <p:spPr>
          <a:xfrm>
            <a:off x="1705356" y="1627632"/>
            <a:ext cx="2743200" cy="320040"/>
          </a:xfrm>
          <a:prstGeom prst="rect">
            <a:avLst/>
          </a:prstGeom>
          <a:noFill/>
        </p:spPr>
        <p:txBody>
          <a:bodyPr wrap="square">
            <a:spAutoFit/>
          </a:bodyPr>
          <a:lstStyle/>
          <a:p>
            <a:pPr algn="l">
              <a:defRPr sz="1600" b="1" i="0">
                <a:solidFill>
                  <a:srgbClr val="008CBA"/>
                </a:solidFill>
                <a:latin typeface="Tenorite"/>
              </a:defRPr>
            </a:pPr>
            <a:r>
              <a:t>Package Training Code</a:t>
            </a:r>
          </a:p>
        </p:txBody>
      </p:sp>
      <p:sp>
        <p:nvSpPr>
          <p:cNvPr id="7" name="TextBox 6"/>
          <p:cNvSpPr txBox="1"/>
          <p:nvPr/>
        </p:nvSpPr>
        <p:spPr>
          <a:xfrm>
            <a:off x="1705356" y="1965960"/>
            <a:ext cx="9326880" cy="457200"/>
          </a:xfrm>
          <a:prstGeom prst="rect">
            <a:avLst/>
          </a:prstGeom>
          <a:noFill/>
        </p:spPr>
        <p:txBody>
          <a:bodyPr wrap="square">
            <a:spAutoFit/>
          </a:bodyPr>
          <a:lstStyle/>
          <a:p>
            <a:pPr algn="l">
              <a:defRPr sz="1400" b="0" i="0">
                <a:solidFill>
                  <a:srgbClr val="5A5A5A"/>
                </a:solidFill>
                <a:latin typeface="Tenorite"/>
              </a:defRPr>
            </a:pPr>
            <a:r>
              <a:t>Take notebook code and turn it into a standalone script job with defined inputs, outputs, and environment</a:t>
            </a:r>
          </a:p>
        </p:txBody>
      </p:sp>
      <p:sp>
        <p:nvSpPr>
          <p:cNvPr id="8" name="Rectangle 7"/>
          <p:cNvSpPr/>
          <p:nvPr/>
        </p:nvSpPr>
        <p:spPr>
          <a:xfrm>
            <a:off x="1229868" y="2514600"/>
            <a:ext cx="36576" cy="109728"/>
          </a:xfrm>
          <a:prstGeom prst="rect">
            <a:avLst/>
          </a:prstGeom>
          <a:solidFill>
            <a:srgbClr val="E8E8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836676" y="2624328"/>
            <a:ext cx="10515600" cy="960120"/>
          </a:xfrm>
          <a:prstGeom prst="roundRect">
            <a:avLst>
              <a:gd name="adj" fmla="val 3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Oval 9"/>
          <p:cNvSpPr/>
          <p:nvPr/>
        </p:nvSpPr>
        <p:spPr>
          <a:xfrm>
            <a:off x="973836" y="2830068"/>
            <a:ext cx="548640" cy="548640"/>
          </a:xfrm>
          <a:prstGeom prst="ellipse">
            <a:avLst/>
          </a:prstGeom>
          <a:solidFill>
            <a:srgbClr val="00A5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973836" y="2903220"/>
            <a:ext cx="548640" cy="411480"/>
          </a:xfrm>
          <a:prstGeom prst="rect">
            <a:avLst/>
          </a:prstGeom>
          <a:noFill/>
        </p:spPr>
        <p:txBody>
          <a:bodyPr wrap="square">
            <a:spAutoFit/>
          </a:bodyPr>
          <a:lstStyle/>
          <a:p>
            <a:pPr algn="ctr">
              <a:defRPr sz="2000" b="1" i="0">
                <a:solidFill>
                  <a:srgbClr val="FFFFFF"/>
                </a:solidFill>
                <a:latin typeface="Tenorite"/>
              </a:defRPr>
            </a:pPr>
            <a:r>
              <a:t>2</a:t>
            </a:r>
          </a:p>
        </p:txBody>
      </p:sp>
      <p:sp>
        <p:nvSpPr>
          <p:cNvPr id="12" name="TextBox 11"/>
          <p:cNvSpPr txBox="1"/>
          <p:nvPr/>
        </p:nvSpPr>
        <p:spPr>
          <a:xfrm>
            <a:off x="1705356" y="2697480"/>
            <a:ext cx="2743200" cy="320040"/>
          </a:xfrm>
          <a:prstGeom prst="rect">
            <a:avLst/>
          </a:prstGeom>
          <a:noFill/>
        </p:spPr>
        <p:txBody>
          <a:bodyPr wrap="square">
            <a:spAutoFit/>
          </a:bodyPr>
          <a:lstStyle/>
          <a:p>
            <a:pPr algn="l">
              <a:defRPr sz="1600" b="1" i="0">
                <a:solidFill>
                  <a:srgbClr val="00A5BD"/>
                </a:solidFill>
                <a:latin typeface="Tenorite"/>
              </a:defRPr>
            </a:pPr>
            <a:r>
              <a:t>Build a Pipeline</a:t>
            </a:r>
          </a:p>
        </p:txBody>
      </p:sp>
      <p:sp>
        <p:nvSpPr>
          <p:cNvPr id="13" name="TextBox 12"/>
          <p:cNvSpPr txBox="1"/>
          <p:nvPr/>
        </p:nvSpPr>
        <p:spPr>
          <a:xfrm>
            <a:off x="1705356" y="3035808"/>
            <a:ext cx="9326880" cy="457200"/>
          </a:xfrm>
          <a:prstGeom prst="rect">
            <a:avLst/>
          </a:prstGeom>
          <a:noFill/>
        </p:spPr>
        <p:txBody>
          <a:bodyPr wrap="square">
            <a:spAutoFit/>
          </a:bodyPr>
          <a:lstStyle/>
          <a:p>
            <a:pPr algn="l">
              <a:defRPr sz="1400" b="0" i="0">
                <a:solidFill>
                  <a:srgbClr val="5A5A5A"/>
                </a:solidFill>
                <a:latin typeface="Tenorite"/>
              </a:defRPr>
            </a:pPr>
            <a:r>
              <a:t>Chain steps: data prep, training, evaluation. Azure ML manages dependencies and can rerun individual stages</a:t>
            </a:r>
          </a:p>
        </p:txBody>
      </p:sp>
      <p:sp>
        <p:nvSpPr>
          <p:cNvPr id="14" name="Rectangle 13"/>
          <p:cNvSpPr/>
          <p:nvPr/>
        </p:nvSpPr>
        <p:spPr>
          <a:xfrm>
            <a:off x="1229868" y="3584448"/>
            <a:ext cx="36576" cy="109728"/>
          </a:xfrm>
          <a:prstGeom prst="rect">
            <a:avLst/>
          </a:prstGeom>
          <a:solidFill>
            <a:srgbClr val="E8E8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ounded Rectangle 14"/>
          <p:cNvSpPr/>
          <p:nvPr/>
        </p:nvSpPr>
        <p:spPr>
          <a:xfrm>
            <a:off x="836676" y="3694176"/>
            <a:ext cx="10515600" cy="960120"/>
          </a:xfrm>
          <a:prstGeom prst="roundRect">
            <a:avLst>
              <a:gd name="adj" fmla="val 3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Oval 15"/>
          <p:cNvSpPr/>
          <p:nvPr/>
        </p:nvSpPr>
        <p:spPr>
          <a:xfrm>
            <a:off x="973836" y="3899915"/>
            <a:ext cx="548640" cy="548640"/>
          </a:xfrm>
          <a:prstGeom prst="ellipse">
            <a:avLst/>
          </a:prstGeom>
          <a:solidFill>
            <a:srgbClr val="00A99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973836" y="3973068"/>
            <a:ext cx="548640" cy="411480"/>
          </a:xfrm>
          <a:prstGeom prst="rect">
            <a:avLst/>
          </a:prstGeom>
          <a:noFill/>
        </p:spPr>
        <p:txBody>
          <a:bodyPr wrap="square">
            <a:spAutoFit/>
          </a:bodyPr>
          <a:lstStyle/>
          <a:p>
            <a:pPr algn="ctr">
              <a:defRPr sz="2000" b="1" i="0">
                <a:solidFill>
                  <a:srgbClr val="FFFFFF"/>
                </a:solidFill>
                <a:latin typeface="Tenorite"/>
              </a:defRPr>
            </a:pPr>
            <a:r>
              <a:t>3</a:t>
            </a:r>
          </a:p>
        </p:txBody>
      </p:sp>
      <p:sp>
        <p:nvSpPr>
          <p:cNvPr id="18" name="TextBox 17"/>
          <p:cNvSpPr txBox="1"/>
          <p:nvPr/>
        </p:nvSpPr>
        <p:spPr>
          <a:xfrm>
            <a:off x="1705356" y="3767328"/>
            <a:ext cx="2743200" cy="320040"/>
          </a:xfrm>
          <a:prstGeom prst="rect">
            <a:avLst/>
          </a:prstGeom>
          <a:noFill/>
        </p:spPr>
        <p:txBody>
          <a:bodyPr wrap="square">
            <a:spAutoFit/>
          </a:bodyPr>
          <a:lstStyle/>
          <a:p>
            <a:pPr algn="l">
              <a:defRPr sz="1600" b="1" i="0">
                <a:solidFill>
                  <a:srgbClr val="00A99D"/>
                </a:solidFill>
                <a:latin typeface="Tenorite"/>
              </a:defRPr>
            </a:pPr>
            <a:r>
              <a:t>Register the Model</a:t>
            </a:r>
          </a:p>
        </p:txBody>
      </p:sp>
      <p:sp>
        <p:nvSpPr>
          <p:cNvPr id="19" name="TextBox 18"/>
          <p:cNvSpPr txBox="1"/>
          <p:nvPr/>
        </p:nvSpPr>
        <p:spPr>
          <a:xfrm>
            <a:off x="1705356" y="4105656"/>
            <a:ext cx="9326880" cy="457200"/>
          </a:xfrm>
          <a:prstGeom prst="rect">
            <a:avLst/>
          </a:prstGeom>
          <a:noFill/>
        </p:spPr>
        <p:txBody>
          <a:bodyPr wrap="square">
            <a:spAutoFit/>
          </a:bodyPr>
          <a:lstStyle/>
          <a:p>
            <a:pPr algn="l">
              <a:defRPr sz="1400" b="0" i="0">
                <a:solidFill>
                  <a:srgbClr val="5A5A5A"/>
                </a:solidFill>
                <a:latin typeface="Tenorite"/>
              </a:defRPr>
            </a:pPr>
            <a:r>
              <a:t>Log the trained model to the workspace registry with version, metrics, and lineage metadata</a:t>
            </a:r>
          </a:p>
        </p:txBody>
      </p:sp>
      <p:sp>
        <p:nvSpPr>
          <p:cNvPr id="20" name="Rectangle 19"/>
          <p:cNvSpPr/>
          <p:nvPr/>
        </p:nvSpPr>
        <p:spPr>
          <a:xfrm>
            <a:off x="1229868" y="4654296"/>
            <a:ext cx="36576" cy="109728"/>
          </a:xfrm>
          <a:prstGeom prst="rect">
            <a:avLst/>
          </a:prstGeom>
          <a:solidFill>
            <a:srgbClr val="E8E8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ounded Rectangle 20"/>
          <p:cNvSpPr/>
          <p:nvPr/>
        </p:nvSpPr>
        <p:spPr>
          <a:xfrm>
            <a:off x="836676" y="4764024"/>
            <a:ext cx="10515600" cy="960120"/>
          </a:xfrm>
          <a:prstGeom prst="roundRect">
            <a:avLst>
              <a:gd name="adj" fmla="val 3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Oval 21"/>
          <p:cNvSpPr/>
          <p:nvPr/>
        </p:nvSpPr>
        <p:spPr>
          <a:xfrm>
            <a:off x="973836" y="4969764"/>
            <a:ext cx="548640" cy="548640"/>
          </a:xfrm>
          <a:prstGeom prst="ellipse">
            <a:avLst/>
          </a:prstGeom>
          <a:solidFill>
            <a:srgbClr val="00B89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973836" y="5042916"/>
            <a:ext cx="548640" cy="411480"/>
          </a:xfrm>
          <a:prstGeom prst="rect">
            <a:avLst/>
          </a:prstGeom>
          <a:noFill/>
        </p:spPr>
        <p:txBody>
          <a:bodyPr wrap="square">
            <a:spAutoFit/>
          </a:bodyPr>
          <a:lstStyle/>
          <a:p>
            <a:pPr algn="ctr">
              <a:defRPr sz="2000" b="1" i="0">
                <a:solidFill>
                  <a:srgbClr val="FFFFFF"/>
                </a:solidFill>
                <a:latin typeface="Tenorite"/>
              </a:defRPr>
            </a:pPr>
            <a:r>
              <a:t>4</a:t>
            </a:r>
          </a:p>
        </p:txBody>
      </p:sp>
      <p:sp>
        <p:nvSpPr>
          <p:cNvPr id="24" name="TextBox 23"/>
          <p:cNvSpPr txBox="1"/>
          <p:nvPr/>
        </p:nvSpPr>
        <p:spPr>
          <a:xfrm>
            <a:off x="1705356" y="4837176"/>
            <a:ext cx="2743200" cy="320040"/>
          </a:xfrm>
          <a:prstGeom prst="rect">
            <a:avLst/>
          </a:prstGeom>
          <a:noFill/>
        </p:spPr>
        <p:txBody>
          <a:bodyPr wrap="square">
            <a:spAutoFit/>
          </a:bodyPr>
          <a:lstStyle/>
          <a:p>
            <a:pPr algn="l">
              <a:defRPr sz="1600" b="1" i="0">
                <a:solidFill>
                  <a:srgbClr val="00B894"/>
                </a:solidFill>
                <a:latin typeface="Tenorite"/>
              </a:defRPr>
            </a:pPr>
            <a:r>
              <a:t>Deploy to Endpoint</a:t>
            </a:r>
          </a:p>
        </p:txBody>
      </p:sp>
      <p:sp>
        <p:nvSpPr>
          <p:cNvPr id="25" name="TextBox 24"/>
          <p:cNvSpPr txBox="1"/>
          <p:nvPr/>
        </p:nvSpPr>
        <p:spPr>
          <a:xfrm>
            <a:off x="1705356" y="5175504"/>
            <a:ext cx="9326880" cy="457200"/>
          </a:xfrm>
          <a:prstGeom prst="rect">
            <a:avLst/>
          </a:prstGeom>
          <a:noFill/>
        </p:spPr>
        <p:txBody>
          <a:bodyPr wrap="square">
            <a:spAutoFit/>
          </a:bodyPr>
          <a:lstStyle/>
          <a:p>
            <a:pPr algn="l">
              <a:defRPr sz="1400" b="0" i="0">
                <a:solidFill>
                  <a:srgbClr val="5A5A5A"/>
                </a:solidFill>
                <a:latin typeface="Tenorite"/>
              </a:defRPr>
            </a:pPr>
            <a:r>
              <a:t>Create a managed online endpoint, configure instance count and SKU, route traffic, and test with sample requests</a:t>
            </a:r>
          </a:p>
        </p:txBody>
      </p:sp>
      <p:sp>
        <p:nvSpPr>
          <p:cNvPr id="26" name="Rounded Rectangle 25"/>
          <p:cNvSpPr/>
          <p:nvPr/>
        </p:nvSpPr>
        <p:spPr>
          <a:xfrm>
            <a:off x="548640" y="5486400"/>
            <a:ext cx="11064240" cy="502920"/>
          </a:xfrm>
          <a:prstGeom prst="roundRect">
            <a:avLst>
              <a:gd name="adj" fmla="val 4000"/>
            </a:avLst>
          </a:prstGeom>
          <a:solidFill>
            <a:srgbClr val="0D21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822960" y="5559552"/>
            <a:ext cx="10515600" cy="365760"/>
          </a:xfrm>
          <a:prstGeom prst="rect">
            <a:avLst/>
          </a:prstGeom>
          <a:noFill/>
        </p:spPr>
        <p:txBody>
          <a:bodyPr wrap="square">
            <a:spAutoFit/>
          </a:bodyPr>
          <a:lstStyle/>
          <a:p>
            <a:pPr algn="l">
              <a:defRPr sz="1400" b="0" i="1">
                <a:solidFill>
                  <a:srgbClr val="F7941D"/>
                </a:solidFill>
                <a:latin typeface="Tenorite"/>
              </a:defRPr>
            </a:pPr>
            <a:r>
              <a:t>Exam focus: choosing deployment type (batch vs real-time), understanding rollback strategies, and configuring traffic splitting for blue-green patterns.</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Training-to-Deployment Pipeline</a:t>
            </a:r>
          </a:p>
        </p:txBody>
      </p:sp>
      <p:sp>
        <p:nvSpPr>
          <p:cNvPr id="3" name="TextBox 2"/>
          <p:cNvSpPr txBox="1"/>
          <p:nvPr/>
        </p:nvSpPr>
        <p:spPr>
          <a:xfrm>
            <a:off x="457200" y="1417320"/>
            <a:ext cx="11247120" cy="320040"/>
          </a:xfrm>
          <a:prstGeom prst="rect">
            <a:avLst/>
          </a:prstGeom>
          <a:noFill/>
        </p:spPr>
        <p:txBody>
          <a:bodyPr wrap="square">
            <a:spAutoFit/>
          </a:bodyPr>
          <a:lstStyle/>
          <a:p>
            <a:pPr algn="ctr">
              <a:defRPr sz="1400" b="0" i="1">
                <a:solidFill>
                  <a:srgbClr val="9E9E9E"/>
                </a:solidFill>
                <a:latin typeface="Tenorite"/>
              </a:defRPr>
            </a:pPr>
            <a:r>
              <a:t>Azure ML lifecycle from notebook prototyping to production monitoring</a:t>
            </a:r>
          </a:p>
        </p:txBody>
      </p:sp>
      <p:pic>
        <p:nvPicPr>
          <p:cNvPr id="4" name="Picture 3" descr="08-training-to-deployment-v2-cropped.png"/>
          <p:cNvPicPr>
            <a:picLocks noChangeAspect="1"/>
          </p:cNvPicPr>
          <p:nvPr/>
        </p:nvPicPr>
        <p:blipFill>
          <a:blip r:embed="rId2"/>
          <a:stretch>
            <a:fillRect/>
          </a:stretch>
        </p:blipFill>
        <p:spPr>
          <a:xfrm>
            <a:off x="365760" y="2080014"/>
            <a:ext cx="11457432" cy="4161011"/>
          </a:xfrm>
          <a:prstGeom prst="rect">
            <a:avLst/>
          </a:prstGeom>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Module 3 Knowledge Check</a:t>
            </a:r>
          </a:p>
        </p:txBody>
      </p:sp>
      <p:sp>
        <p:nvSpPr>
          <p:cNvPr id="3" name="Rounded Rectangle 2"/>
          <p:cNvSpPr/>
          <p:nvPr/>
        </p:nvSpPr>
        <p:spPr>
          <a:xfrm>
            <a:off x="548640" y="1554480"/>
            <a:ext cx="7132320" cy="1280160"/>
          </a:xfrm>
          <a:prstGeom prst="roundRect">
            <a:avLst>
              <a:gd name="adj" fmla="val 4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548640" y="1554480"/>
            <a:ext cx="109728" cy="1280160"/>
          </a:xfrm>
          <a:prstGeom prst="rect">
            <a:avLst/>
          </a:prstGeom>
          <a:solidFill>
            <a:srgbClr val="00A99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68680" y="1645920"/>
            <a:ext cx="6675120" cy="365760"/>
          </a:xfrm>
          <a:prstGeom prst="rect">
            <a:avLst/>
          </a:prstGeom>
          <a:noFill/>
        </p:spPr>
        <p:txBody>
          <a:bodyPr wrap="square">
            <a:spAutoFit/>
          </a:bodyPr>
          <a:lstStyle/>
          <a:p>
            <a:pPr algn="l">
              <a:defRPr sz="1400" b="1" i="0">
                <a:solidFill>
                  <a:srgbClr val="0D2137"/>
                </a:solidFill>
                <a:latin typeface="Tenorite"/>
              </a:defRPr>
            </a:pPr>
            <a:r>
              <a:t>Q1: When would you use a pipeline instead of a single script job?</a:t>
            </a:r>
          </a:p>
        </p:txBody>
      </p:sp>
      <p:sp>
        <p:nvSpPr>
          <p:cNvPr id="6" name="TextBox 5"/>
          <p:cNvSpPr txBox="1"/>
          <p:nvPr/>
        </p:nvSpPr>
        <p:spPr>
          <a:xfrm>
            <a:off x="868680" y="2057400"/>
            <a:ext cx="6675120" cy="685800"/>
          </a:xfrm>
          <a:prstGeom prst="rect">
            <a:avLst/>
          </a:prstGeom>
          <a:noFill/>
        </p:spPr>
        <p:txBody>
          <a:bodyPr wrap="square">
            <a:spAutoFit/>
          </a:bodyPr>
          <a:lstStyle/>
          <a:p>
            <a:pPr algn="l">
              <a:defRPr sz="1300" b="0" i="1">
                <a:solidFill>
                  <a:srgbClr val="9E9E9E"/>
                </a:solidFill>
                <a:latin typeface="Tenorite"/>
              </a:defRPr>
            </a:pPr>
            <a:r>
              <a:t>Pipelines are useful when you have multiple steps that should run in sequence or as part of a recurring process (data prep, training, evaluation).</a:t>
            </a:r>
          </a:p>
        </p:txBody>
      </p:sp>
      <p:sp>
        <p:nvSpPr>
          <p:cNvPr id="7" name="Rounded Rectangle 6"/>
          <p:cNvSpPr/>
          <p:nvPr/>
        </p:nvSpPr>
        <p:spPr>
          <a:xfrm>
            <a:off x="548640" y="2944368"/>
            <a:ext cx="7132320" cy="1280160"/>
          </a:xfrm>
          <a:prstGeom prst="roundRect">
            <a:avLst>
              <a:gd name="adj" fmla="val 4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548640" y="2944368"/>
            <a:ext cx="109728" cy="1280160"/>
          </a:xfrm>
          <a:prstGeom prst="rect">
            <a:avLst/>
          </a:prstGeom>
          <a:solidFill>
            <a:srgbClr val="008CB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68680" y="3035808"/>
            <a:ext cx="6675120" cy="365760"/>
          </a:xfrm>
          <a:prstGeom prst="rect">
            <a:avLst/>
          </a:prstGeom>
          <a:noFill/>
        </p:spPr>
        <p:txBody>
          <a:bodyPr wrap="square">
            <a:spAutoFit/>
          </a:bodyPr>
          <a:lstStyle/>
          <a:p>
            <a:pPr algn="l">
              <a:defRPr sz="1400" b="1" i="0">
                <a:solidFill>
                  <a:srgbClr val="0D2137"/>
                </a:solidFill>
                <a:latin typeface="Tenorite"/>
              </a:defRPr>
            </a:pPr>
            <a:r>
              <a:t>Q2: What do you need before deploying to a managed online endpoint?</a:t>
            </a:r>
          </a:p>
        </p:txBody>
      </p:sp>
      <p:sp>
        <p:nvSpPr>
          <p:cNvPr id="10" name="TextBox 9"/>
          <p:cNvSpPr txBox="1"/>
          <p:nvPr/>
        </p:nvSpPr>
        <p:spPr>
          <a:xfrm>
            <a:off x="868680" y="3447287"/>
            <a:ext cx="6675120" cy="685800"/>
          </a:xfrm>
          <a:prstGeom prst="rect">
            <a:avLst/>
          </a:prstGeom>
          <a:noFill/>
        </p:spPr>
        <p:txBody>
          <a:bodyPr wrap="square">
            <a:spAutoFit/>
          </a:bodyPr>
          <a:lstStyle/>
          <a:p>
            <a:pPr algn="l">
              <a:defRPr sz="1300" b="0" i="1">
                <a:solidFill>
                  <a:srgbClr val="9E9E9E"/>
                </a:solidFill>
                <a:latin typeface="Tenorite"/>
              </a:defRPr>
            </a:pPr>
            <a:r>
              <a:t>Expected load, latency needs, compute requirements (CPU vs GPU), environment images, and any secrets or dependencies.</a:t>
            </a:r>
          </a:p>
        </p:txBody>
      </p:sp>
      <p:sp>
        <p:nvSpPr>
          <p:cNvPr id="11" name="Rounded Rectangle 10"/>
          <p:cNvSpPr/>
          <p:nvPr/>
        </p:nvSpPr>
        <p:spPr>
          <a:xfrm>
            <a:off x="548640" y="4334256"/>
            <a:ext cx="7132320" cy="1280160"/>
          </a:xfrm>
          <a:prstGeom prst="roundRect">
            <a:avLst>
              <a:gd name="adj" fmla="val 4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548640" y="4334256"/>
            <a:ext cx="109728" cy="1280160"/>
          </a:xfrm>
          <a:prstGeom prst="rect">
            <a:avLst/>
          </a:prstGeom>
          <a:solidFill>
            <a:srgbClr val="00B89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868680" y="4425696"/>
            <a:ext cx="6675120" cy="365760"/>
          </a:xfrm>
          <a:prstGeom prst="rect">
            <a:avLst/>
          </a:prstGeom>
          <a:noFill/>
        </p:spPr>
        <p:txBody>
          <a:bodyPr wrap="square">
            <a:spAutoFit/>
          </a:bodyPr>
          <a:lstStyle/>
          <a:p>
            <a:pPr algn="l">
              <a:defRPr sz="1400" b="1" i="0">
                <a:solidFill>
                  <a:srgbClr val="0D2137"/>
                </a:solidFill>
                <a:latin typeface="Tenorite"/>
              </a:defRPr>
            </a:pPr>
            <a:r>
              <a:t>Q3: How could you safely roll out a new model version?</a:t>
            </a:r>
          </a:p>
        </p:txBody>
      </p:sp>
      <p:sp>
        <p:nvSpPr>
          <p:cNvPr id="14" name="TextBox 13"/>
          <p:cNvSpPr txBox="1"/>
          <p:nvPr/>
        </p:nvSpPr>
        <p:spPr>
          <a:xfrm>
            <a:off x="868680" y="4837176"/>
            <a:ext cx="6675120" cy="685800"/>
          </a:xfrm>
          <a:prstGeom prst="rect">
            <a:avLst/>
          </a:prstGeom>
          <a:noFill/>
        </p:spPr>
        <p:txBody>
          <a:bodyPr wrap="square">
            <a:spAutoFit/>
          </a:bodyPr>
          <a:lstStyle/>
          <a:p>
            <a:pPr algn="l">
              <a:defRPr sz="1300" b="0" i="1">
                <a:solidFill>
                  <a:srgbClr val="9E9E9E"/>
                </a:solidFill>
                <a:latin typeface="Tenorite"/>
              </a:defRPr>
            </a:pPr>
            <a:r>
              <a:t>Deploy side-by-side, shift a small percentage of traffic, monitor results, then increase. If issues arise, shift traffic back to the previous version.</a:t>
            </a:r>
          </a:p>
        </p:txBody>
      </p:sp>
      <p:sp>
        <p:nvSpPr>
          <p:cNvPr id="15" name="Rounded Rectangle 14"/>
          <p:cNvSpPr/>
          <p:nvPr/>
        </p:nvSpPr>
        <p:spPr>
          <a:xfrm>
            <a:off x="8046720" y="1554480"/>
            <a:ext cx="3566160" cy="4114800"/>
          </a:xfrm>
          <a:prstGeom prst="roundRect">
            <a:avLst>
              <a:gd name="adj" fmla="val 4000"/>
            </a:avLst>
          </a:prstGeom>
          <a:solidFill>
            <a:srgbClr val="0D21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229600" y="1737360"/>
            <a:ext cx="3200400" cy="320040"/>
          </a:xfrm>
          <a:prstGeom prst="rect">
            <a:avLst/>
          </a:prstGeom>
          <a:noFill/>
        </p:spPr>
        <p:txBody>
          <a:bodyPr wrap="square">
            <a:spAutoFit/>
          </a:bodyPr>
          <a:lstStyle/>
          <a:p>
            <a:pPr algn="l">
              <a:defRPr sz="1600" b="1" i="0">
                <a:solidFill>
                  <a:srgbClr val="F7941D"/>
                </a:solidFill>
                <a:latin typeface="Tenorite"/>
              </a:defRPr>
            </a:pPr>
            <a:r>
              <a:t>Key Takeaway</a:t>
            </a:r>
          </a:p>
        </p:txBody>
      </p:sp>
      <p:sp>
        <p:nvSpPr>
          <p:cNvPr id="17" name="Rectangle 16"/>
          <p:cNvSpPr/>
          <p:nvPr/>
        </p:nvSpPr>
        <p:spPr>
          <a:xfrm>
            <a:off x="8229600" y="2103120"/>
            <a:ext cx="1371600" cy="27432"/>
          </a:xfrm>
          <a:prstGeom prst="rect">
            <a:avLst/>
          </a:prstGeom>
          <a:solidFill>
            <a:srgbClr val="F794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8229600" y="2286000"/>
            <a:ext cx="3200400" cy="3017520"/>
          </a:xfrm>
          <a:prstGeom prst="rect">
            <a:avLst/>
          </a:prstGeom>
          <a:noFill/>
        </p:spPr>
        <p:txBody>
          <a:bodyPr wrap="square">
            <a:spAutoFit/>
          </a:bodyPr>
          <a:lstStyle/>
          <a:p>
            <a:pPr algn="l">
              <a:defRPr sz="1500" b="0" i="0">
                <a:solidFill>
                  <a:srgbClr val="FFFFFF"/>
                </a:solidFill>
                <a:latin typeface="Tenorite"/>
              </a:defRPr>
            </a:pPr>
            <a:r>
              <a:t>These patterns are common in DP-100 scenarios and in real projects. The exam rewards people who understand the operational side of ML: how models move from experiments to production, and how to manage that transition safely.</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Module 4: Optimize Language Models for AI Apps</a:t>
            </a:r>
          </a:p>
        </p:txBody>
      </p:sp>
      <p:sp>
        <p:nvSpPr>
          <p:cNvPr id="3" name="Rectangle 2"/>
          <p:cNvSpPr/>
          <p:nvPr/>
        </p:nvSpPr>
        <p:spPr>
          <a:xfrm>
            <a:off x="1979676" y="1673352"/>
            <a:ext cx="8229600" cy="36576"/>
          </a:xfrm>
          <a:prstGeom prst="rect">
            <a:avLst/>
          </a:prstGeom>
          <a:solidFill>
            <a:srgbClr val="E8E8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699516" y="1417320"/>
            <a:ext cx="2560320" cy="548640"/>
          </a:xfrm>
          <a:prstGeom prst="roundRect">
            <a:avLst>
              <a:gd name="adj" fmla="val 10000"/>
            </a:avLst>
          </a:prstGeom>
          <a:solidFill>
            <a:srgbClr val="FFFFFF"/>
          </a:solidFill>
          <a:ln w="19050">
            <a:solidFill>
              <a:srgbClr val="008CB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99516" y="1508760"/>
            <a:ext cx="2560320" cy="411480"/>
          </a:xfrm>
          <a:prstGeom prst="rect">
            <a:avLst/>
          </a:prstGeom>
          <a:noFill/>
        </p:spPr>
        <p:txBody>
          <a:bodyPr wrap="square">
            <a:spAutoFit/>
          </a:bodyPr>
          <a:lstStyle/>
          <a:p>
            <a:pPr algn="ctr">
              <a:defRPr sz="1300" b="0" i="0">
                <a:solidFill>
                  <a:srgbClr val="9E9E9E"/>
                </a:solidFill>
                <a:latin typeface="Tenorite"/>
              </a:defRPr>
            </a:pPr>
            <a:r>
              <a:t>Module 1</a:t>
            </a:r>
            <a:br/>
            <a:r>
              <a:t>Design &amp; Prepare</a:t>
            </a:r>
          </a:p>
        </p:txBody>
      </p:sp>
      <p:sp>
        <p:nvSpPr>
          <p:cNvPr id="6" name="Rounded Rectangle 5"/>
          <p:cNvSpPr/>
          <p:nvPr/>
        </p:nvSpPr>
        <p:spPr>
          <a:xfrm>
            <a:off x="3442716" y="1417320"/>
            <a:ext cx="2560320" cy="548640"/>
          </a:xfrm>
          <a:prstGeom prst="roundRect">
            <a:avLst>
              <a:gd name="adj" fmla="val 10000"/>
            </a:avLst>
          </a:prstGeom>
          <a:solidFill>
            <a:srgbClr val="FFFFFF"/>
          </a:solidFill>
          <a:ln w="19050">
            <a:solidFill>
              <a:srgbClr val="00A5B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3442716" y="1508760"/>
            <a:ext cx="2560320" cy="411480"/>
          </a:xfrm>
          <a:prstGeom prst="rect">
            <a:avLst/>
          </a:prstGeom>
          <a:noFill/>
        </p:spPr>
        <p:txBody>
          <a:bodyPr wrap="square">
            <a:spAutoFit/>
          </a:bodyPr>
          <a:lstStyle/>
          <a:p>
            <a:pPr algn="ctr">
              <a:defRPr sz="1300" b="0" i="0">
                <a:solidFill>
                  <a:srgbClr val="9E9E9E"/>
                </a:solidFill>
                <a:latin typeface="Tenorite"/>
              </a:defRPr>
            </a:pPr>
            <a:r>
              <a:t>Module 2</a:t>
            </a:r>
            <a:br/>
            <a:r>
              <a:t>Explore &amp; Experiment</a:t>
            </a:r>
          </a:p>
        </p:txBody>
      </p:sp>
      <p:sp>
        <p:nvSpPr>
          <p:cNvPr id="8" name="Rounded Rectangle 7"/>
          <p:cNvSpPr/>
          <p:nvPr/>
        </p:nvSpPr>
        <p:spPr>
          <a:xfrm>
            <a:off x="6185916" y="1417320"/>
            <a:ext cx="2560320" cy="548640"/>
          </a:xfrm>
          <a:prstGeom prst="roundRect">
            <a:avLst>
              <a:gd name="adj" fmla="val 10000"/>
            </a:avLst>
          </a:prstGeom>
          <a:solidFill>
            <a:srgbClr val="FFFFFF"/>
          </a:solidFill>
          <a:ln w="19050">
            <a:solidFill>
              <a:srgbClr val="00A99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185916" y="1508760"/>
            <a:ext cx="2560320" cy="411480"/>
          </a:xfrm>
          <a:prstGeom prst="rect">
            <a:avLst/>
          </a:prstGeom>
          <a:noFill/>
        </p:spPr>
        <p:txBody>
          <a:bodyPr wrap="square">
            <a:spAutoFit/>
          </a:bodyPr>
          <a:lstStyle/>
          <a:p>
            <a:pPr algn="ctr">
              <a:defRPr sz="1300" b="0" i="0">
                <a:solidFill>
                  <a:srgbClr val="9E9E9E"/>
                </a:solidFill>
                <a:latin typeface="Tenorite"/>
              </a:defRPr>
            </a:pPr>
            <a:r>
              <a:t>Module 3</a:t>
            </a:r>
            <a:br/>
            <a:r>
              <a:t>Train &amp; Deploy</a:t>
            </a:r>
          </a:p>
        </p:txBody>
      </p:sp>
      <p:sp>
        <p:nvSpPr>
          <p:cNvPr id="10" name="Rounded Rectangle 9"/>
          <p:cNvSpPr/>
          <p:nvPr/>
        </p:nvSpPr>
        <p:spPr>
          <a:xfrm>
            <a:off x="8929116" y="1417320"/>
            <a:ext cx="2560320" cy="548640"/>
          </a:xfrm>
          <a:prstGeom prst="roundRect">
            <a:avLst>
              <a:gd name="adj" fmla="val 10000"/>
            </a:avLst>
          </a:prstGeom>
          <a:solidFill>
            <a:srgbClr val="00B89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929116" y="1508760"/>
            <a:ext cx="2560320" cy="411480"/>
          </a:xfrm>
          <a:prstGeom prst="rect">
            <a:avLst/>
          </a:prstGeom>
          <a:noFill/>
        </p:spPr>
        <p:txBody>
          <a:bodyPr wrap="square">
            <a:spAutoFit/>
          </a:bodyPr>
          <a:lstStyle/>
          <a:p>
            <a:pPr algn="ctr">
              <a:defRPr sz="1300" b="1" i="0">
                <a:solidFill>
                  <a:srgbClr val="FFFFFF"/>
                </a:solidFill>
                <a:latin typeface="Tenorite"/>
              </a:defRPr>
            </a:pPr>
            <a:r>
              <a:t>Module 4</a:t>
            </a:r>
            <a:br/>
            <a:r>
              <a:t>Optimize LLMs</a:t>
            </a:r>
          </a:p>
        </p:txBody>
      </p:sp>
      <p:sp>
        <p:nvSpPr>
          <p:cNvPr id="12" name="Down Arrow 11"/>
          <p:cNvSpPr/>
          <p:nvPr/>
        </p:nvSpPr>
        <p:spPr>
          <a:xfrm>
            <a:off x="10072116" y="1161288"/>
            <a:ext cx="274320" cy="228600"/>
          </a:xfrm>
          <a:prstGeom prst="downArrow">
            <a:avLst/>
          </a:prstGeom>
          <a:solidFill>
            <a:srgbClr val="F794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ounded Rectangle 12"/>
          <p:cNvSpPr/>
          <p:nvPr/>
        </p:nvSpPr>
        <p:spPr>
          <a:xfrm>
            <a:off x="4754880" y="2286000"/>
            <a:ext cx="2651760" cy="411480"/>
          </a:xfrm>
          <a:prstGeom prst="roundRect">
            <a:avLst>
              <a:gd name="adj" fmla="val 15000"/>
            </a:avLst>
          </a:prstGeom>
          <a:solidFill>
            <a:srgbClr val="00B89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754880" y="2331720"/>
            <a:ext cx="2651760" cy="365760"/>
          </a:xfrm>
          <a:prstGeom prst="rect">
            <a:avLst/>
          </a:prstGeom>
          <a:noFill/>
        </p:spPr>
        <p:txBody>
          <a:bodyPr wrap="square">
            <a:spAutoFit/>
          </a:bodyPr>
          <a:lstStyle/>
          <a:p>
            <a:pPr algn="ctr">
              <a:defRPr sz="1500" b="1" i="0">
                <a:solidFill>
                  <a:srgbClr val="FFFFFF"/>
                </a:solidFill>
                <a:latin typeface="Tenorite"/>
              </a:defRPr>
            </a:pPr>
            <a:r>
              <a:t>25–30% of DP-100</a:t>
            </a:r>
          </a:p>
        </p:txBody>
      </p:sp>
      <p:sp>
        <p:nvSpPr>
          <p:cNvPr id="15" name="TextBox 14"/>
          <p:cNvSpPr txBox="1"/>
          <p:nvPr/>
        </p:nvSpPr>
        <p:spPr>
          <a:xfrm>
            <a:off x="548640" y="3017520"/>
            <a:ext cx="5303520" cy="320040"/>
          </a:xfrm>
          <a:prstGeom prst="rect">
            <a:avLst/>
          </a:prstGeom>
          <a:noFill/>
        </p:spPr>
        <p:txBody>
          <a:bodyPr wrap="square">
            <a:spAutoFit/>
          </a:bodyPr>
          <a:lstStyle/>
          <a:p>
            <a:pPr algn="l">
              <a:defRPr sz="1600" b="1" i="0">
                <a:solidFill>
                  <a:srgbClr val="00B894"/>
                </a:solidFill>
                <a:latin typeface="Tenorite"/>
              </a:defRPr>
            </a:pPr>
            <a:r>
              <a:t>Exam Focus</a:t>
            </a:r>
          </a:p>
        </p:txBody>
      </p:sp>
      <p:sp>
        <p:nvSpPr>
          <p:cNvPr id="16" name="TextBox 15"/>
          <p:cNvSpPr txBox="1"/>
          <p:nvPr/>
        </p:nvSpPr>
        <p:spPr>
          <a:xfrm>
            <a:off x="548640" y="3383279"/>
            <a:ext cx="5303520" cy="2560320"/>
          </a:xfrm>
          <a:prstGeom prst="rect">
            <a:avLst/>
          </a:prstGeom>
          <a:noFill/>
        </p:spPr>
        <p:txBody>
          <a:bodyPr wrap="square">
            <a:spAutoFit/>
          </a:bodyPr>
          <a:lstStyle/>
          <a:p>
            <a:pPr>
              <a:spcBef>
                <a:spcPts val="0"/>
              </a:spcBef>
              <a:defRPr sz="1400">
                <a:solidFill>
                  <a:srgbClr val="5A5A5A"/>
                </a:solidFill>
                <a:latin typeface="Tenorite"/>
              </a:defRPr>
            </a:pPr>
            <a:r>
              <a:t>•  Select and deploy from model catalog</a:t>
            </a:r>
          </a:p>
          <a:p>
            <a:pPr>
              <a:spcBef>
                <a:spcPts val="600"/>
              </a:spcBef>
              <a:defRPr sz="1400">
                <a:solidFill>
                  <a:srgbClr val="5A5A5A"/>
                </a:solidFill>
                <a:latin typeface="Tenorite"/>
              </a:defRPr>
            </a:pPr>
            <a:r>
              <a:t>•  Compare models with benchmarks and playground</a:t>
            </a:r>
          </a:p>
          <a:p>
            <a:pPr>
              <a:spcBef>
                <a:spcPts val="600"/>
              </a:spcBef>
              <a:defRPr sz="1400">
                <a:solidFill>
                  <a:srgbClr val="5A5A5A"/>
                </a:solidFill>
                <a:latin typeface="Tenorite"/>
              </a:defRPr>
            </a:pPr>
            <a:r>
              <a:t>•  Optimize prompts and flows with prompt flow</a:t>
            </a:r>
          </a:p>
          <a:p>
            <a:pPr>
              <a:spcBef>
                <a:spcPts val="600"/>
              </a:spcBef>
              <a:defRPr sz="1400">
                <a:solidFill>
                  <a:srgbClr val="5A5A5A"/>
                </a:solidFill>
                <a:latin typeface="Tenorite"/>
              </a:defRPr>
            </a:pPr>
            <a:r>
              <a:t>•  Implement RAG with vector stores and AI Search</a:t>
            </a:r>
          </a:p>
          <a:p>
            <a:pPr>
              <a:spcBef>
                <a:spcPts val="600"/>
              </a:spcBef>
              <a:defRPr sz="1400">
                <a:solidFill>
                  <a:srgbClr val="5A5A5A"/>
                </a:solidFill>
                <a:latin typeface="Tenorite"/>
              </a:defRPr>
            </a:pPr>
            <a:r>
              <a:t>•  Fine-tune models and evaluate results</a:t>
            </a:r>
          </a:p>
        </p:txBody>
      </p:sp>
      <p:sp>
        <p:nvSpPr>
          <p:cNvPr id="17" name="TextBox 16"/>
          <p:cNvSpPr txBox="1"/>
          <p:nvPr/>
        </p:nvSpPr>
        <p:spPr>
          <a:xfrm>
            <a:off x="6309360" y="3017520"/>
            <a:ext cx="5303520" cy="320040"/>
          </a:xfrm>
          <a:prstGeom prst="rect">
            <a:avLst/>
          </a:prstGeom>
          <a:noFill/>
        </p:spPr>
        <p:txBody>
          <a:bodyPr wrap="square">
            <a:spAutoFit/>
          </a:bodyPr>
          <a:lstStyle/>
          <a:p>
            <a:pPr algn="l">
              <a:defRPr sz="1600" b="1" i="0">
                <a:solidFill>
                  <a:srgbClr val="00B894"/>
                </a:solidFill>
                <a:latin typeface="Tenorite"/>
              </a:defRPr>
            </a:pPr>
            <a:r>
              <a:t>In This Module</a:t>
            </a:r>
          </a:p>
        </p:txBody>
      </p:sp>
      <p:sp>
        <p:nvSpPr>
          <p:cNvPr id="18" name="TextBox 17"/>
          <p:cNvSpPr txBox="1"/>
          <p:nvPr/>
        </p:nvSpPr>
        <p:spPr>
          <a:xfrm>
            <a:off x="6309360" y="3383279"/>
            <a:ext cx="5303520" cy="2286000"/>
          </a:xfrm>
          <a:prstGeom prst="rect">
            <a:avLst/>
          </a:prstGeom>
          <a:noFill/>
        </p:spPr>
        <p:txBody>
          <a:bodyPr wrap="square">
            <a:spAutoFit/>
          </a:bodyPr>
          <a:lstStyle/>
          <a:p>
            <a:pPr>
              <a:spcBef>
                <a:spcPts val="0"/>
              </a:spcBef>
              <a:defRPr sz="1400">
                <a:solidFill>
                  <a:srgbClr val="5A5A5A"/>
                </a:solidFill>
                <a:latin typeface="Tenorite"/>
              </a:defRPr>
            </a:pPr>
            <a:r>
              <a:t>•  Deploy a language model from the catalog</a:t>
            </a:r>
          </a:p>
          <a:p>
            <a:pPr>
              <a:spcBef>
                <a:spcPts val="600"/>
              </a:spcBef>
              <a:defRPr sz="1400">
                <a:solidFill>
                  <a:srgbClr val="5A5A5A"/>
                </a:solidFill>
                <a:latin typeface="Tenorite"/>
              </a:defRPr>
            </a:pPr>
            <a:r>
              <a:t>•  Build and test prompt flows</a:t>
            </a:r>
          </a:p>
          <a:p>
            <a:pPr>
              <a:spcBef>
                <a:spcPts val="600"/>
              </a:spcBef>
              <a:defRPr sz="1400">
                <a:solidFill>
                  <a:srgbClr val="5A5A5A"/>
                </a:solidFill>
                <a:latin typeface="Tenorite"/>
              </a:defRPr>
            </a:pPr>
            <a:r>
              <a:t>•  Configure RAG with Azure AI Search</a:t>
            </a:r>
          </a:p>
          <a:p>
            <a:pPr>
              <a:spcBef>
                <a:spcPts val="600"/>
              </a:spcBef>
              <a:defRPr sz="1400">
                <a:solidFill>
                  <a:srgbClr val="5A5A5A"/>
                </a:solidFill>
                <a:latin typeface="Tenorite"/>
              </a:defRPr>
            </a:pPr>
            <a:r>
              <a:t>•  Discuss fine-tuning workflows and constraints</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Deploy, Test, and Optimize Language Models</a:t>
            </a:r>
          </a:p>
        </p:txBody>
      </p:sp>
      <p:sp>
        <p:nvSpPr>
          <p:cNvPr id="3" name="Rounded Rectangle 2"/>
          <p:cNvSpPr/>
          <p:nvPr/>
        </p:nvSpPr>
        <p:spPr>
          <a:xfrm>
            <a:off x="562356" y="1554480"/>
            <a:ext cx="2560320" cy="2926080"/>
          </a:xfrm>
          <a:prstGeom prst="roundRect">
            <a:avLst>
              <a:gd name="adj" fmla="val 5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562356" y="1554480"/>
            <a:ext cx="2560320" cy="411480"/>
          </a:xfrm>
          <a:prstGeom prst="roundRect">
            <a:avLst>
              <a:gd name="adj" fmla="val 5000"/>
            </a:avLst>
          </a:prstGeom>
          <a:solidFill>
            <a:srgbClr val="008CB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62356" y="1618488"/>
            <a:ext cx="2560320" cy="320040"/>
          </a:xfrm>
          <a:prstGeom prst="rect">
            <a:avLst/>
          </a:prstGeom>
          <a:noFill/>
        </p:spPr>
        <p:txBody>
          <a:bodyPr wrap="square">
            <a:spAutoFit/>
          </a:bodyPr>
          <a:lstStyle/>
          <a:p>
            <a:pPr algn="ctr">
              <a:defRPr sz="1500" b="1" i="0">
                <a:solidFill>
                  <a:srgbClr val="FFFFFF"/>
                </a:solidFill>
                <a:latin typeface="Tenorite"/>
              </a:defRPr>
            </a:pPr>
            <a:r>
              <a:t>Model Catalog</a:t>
            </a:r>
          </a:p>
        </p:txBody>
      </p:sp>
      <p:sp>
        <p:nvSpPr>
          <p:cNvPr id="6" name="TextBox 5"/>
          <p:cNvSpPr txBox="1"/>
          <p:nvPr/>
        </p:nvSpPr>
        <p:spPr>
          <a:xfrm>
            <a:off x="699516" y="2103120"/>
            <a:ext cx="2286000" cy="2103120"/>
          </a:xfrm>
          <a:prstGeom prst="rect">
            <a:avLst/>
          </a:prstGeom>
          <a:noFill/>
        </p:spPr>
        <p:txBody>
          <a:bodyPr wrap="square">
            <a:spAutoFit/>
          </a:bodyPr>
          <a:lstStyle/>
          <a:p>
            <a:pPr>
              <a:spcBef>
                <a:spcPts val="0"/>
              </a:spcBef>
              <a:defRPr sz="1400">
                <a:solidFill>
                  <a:srgbClr val="5A5A5A"/>
                </a:solidFill>
                <a:latin typeface="Tenorite"/>
              </a:defRPr>
            </a:pPr>
            <a:r>
              <a:t>•  Browse available foundation models</a:t>
            </a:r>
          </a:p>
          <a:p>
            <a:pPr>
              <a:spcBef>
                <a:spcPts val="600"/>
              </a:spcBef>
              <a:defRPr sz="1400">
                <a:solidFill>
                  <a:srgbClr val="5A5A5A"/>
                </a:solidFill>
                <a:latin typeface="Tenorite"/>
              </a:defRPr>
            </a:pPr>
            <a:r>
              <a:t>•  Compare benchmarks for your task</a:t>
            </a:r>
          </a:p>
          <a:p>
            <a:pPr>
              <a:spcBef>
                <a:spcPts val="600"/>
              </a:spcBef>
              <a:defRPr sz="1400">
                <a:solidFill>
                  <a:srgbClr val="5A5A5A"/>
                </a:solidFill>
                <a:latin typeface="Tenorite"/>
              </a:defRPr>
            </a:pPr>
            <a:r>
              <a:t>•  Deploy with a few clicks or SDK</a:t>
            </a:r>
          </a:p>
        </p:txBody>
      </p:sp>
      <p:sp>
        <p:nvSpPr>
          <p:cNvPr id="7" name="Rectangle 6"/>
          <p:cNvSpPr/>
          <p:nvPr/>
        </p:nvSpPr>
        <p:spPr>
          <a:xfrm>
            <a:off x="562356" y="4389120"/>
            <a:ext cx="2560320" cy="91440"/>
          </a:xfrm>
          <a:prstGeom prst="rect">
            <a:avLst/>
          </a:prstGeom>
          <a:solidFill>
            <a:srgbClr val="008CB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3396996" y="1554480"/>
            <a:ext cx="2560320" cy="2926080"/>
          </a:xfrm>
          <a:prstGeom prst="roundRect">
            <a:avLst>
              <a:gd name="adj" fmla="val 5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3396996" y="1554480"/>
            <a:ext cx="2560320" cy="411480"/>
          </a:xfrm>
          <a:prstGeom prst="roundRect">
            <a:avLst>
              <a:gd name="adj" fmla="val 5000"/>
            </a:avLst>
          </a:prstGeom>
          <a:solidFill>
            <a:srgbClr val="00A5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3396996" y="1618488"/>
            <a:ext cx="2560320" cy="320040"/>
          </a:xfrm>
          <a:prstGeom prst="rect">
            <a:avLst/>
          </a:prstGeom>
          <a:noFill/>
        </p:spPr>
        <p:txBody>
          <a:bodyPr wrap="square">
            <a:spAutoFit/>
          </a:bodyPr>
          <a:lstStyle/>
          <a:p>
            <a:pPr algn="ctr">
              <a:defRPr sz="1500" b="1" i="0">
                <a:solidFill>
                  <a:srgbClr val="FFFFFF"/>
                </a:solidFill>
                <a:latin typeface="Tenorite"/>
              </a:defRPr>
            </a:pPr>
            <a:r>
              <a:t>Playground</a:t>
            </a:r>
          </a:p>
        </p:txBody>
      </p:sp>
      <p:sp>
        <p:nvSpPr>
          <p:cNvPr id="11" name="TextBox 10"/>
          <p:cNvSpPr txBox="1"/>
          <p:nvPr/>
        </p:nvSpPr>
        <p:spPr>
          <a:xfrm>
            <a:off x="3534156" y="2103120"/>
            <a:ext cx="2286000" cy="2103120"/>
          </a:xfrm>
          <a:prstGeom prst="rect">
            <a:avLst/>
          </a:prstGeom>
          <a:noFill/>
        </p:spPr>
        <p:txBody>
          <a:bodyPr wrap="square">
            <a:spAutoFit/>
          </a:bodyPr>
          <a:lstStyle/>
          <a:p>
            <a:pPr>
              <a:spcBef>
                <a:spcPts val="0"/>
              </a:spcBef>
              <a:defRPr sz="1400">
                <a:solidFill>
                  <a:srgbClr val="5A5A5A"/>
                </a:solidFill>
                <a:latin typeface="Tenorite"/>
              </a:defRPr>
            </a:pPr>
            <a:r>
              <a:t>•  Manual prompt testing and iteration</a:t>
            </a:r>
          </a:p>
          <a:p>
            <a:pPr>
              <a:spcBef>
                <a:spcPts val="600"/>
              </a:spcBef>
              <a:defRPr sz="1400">
                <a:solidFill>
                  <a:srgbClr val="5A5A5A"/>
                </a:solidFill>
                <a:latin typeface="Tenorite"/>
              </a:defRPr>
            </a:pPr>
            <a:r>
              <a:t>•  Quick evaluation of model behavior</a:t>
            </a:r>
          </a:p>
          <a:p>
            <a:pPr>
              <a:spcBef>
                <a:spcPts val="600"/>
              </a:spcBef>
              <a:defRPr sz="1400">
                <a:solidFill>
                  <a:srgbClr val="5A5A5A"/>
                </a:solidFill>
                <a:latin typeface="Tenorite"/>
              </a:defRPr>
            </a:pPr>
            <a:r>
              <a:t>•  Useful for rapid prototyping</a:t>
            </a:r>
          </a:p>
        </p:txBody>
      </p:sp>
      <p:sp>
        <p:nvSpPr>
          <p:cNvPr id="12" name="Rectangle 11"/>
          <p:cNvSpPr/>
          <p:nvPr/>
        </p:nvSpPr>
        <p:spPr>
          <a:xfrm>
            <a:off x="3396996" y="4389120"/>
            <a:ext cx="2560320" cy="91440"/>
          </a:xfrm>
          <a:prstGeom prst="rect">
            <a:avLst/>
          </a:prstGeom>
          <a:solidFill>
            <a:srgbClr val="00A5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ounded Rectangle 12"/>
          <p:cNvSpPr/>
          <p:nvPr/>
        </p:nvSpPr>
        <p:spPr>
          <a:xfrm>
            <a:off x="6231636" y="1554480"/>
            <a:ext cx="2560320" cy="2926080"/>
          </a:xfrm>
          <a:prstGeom prst="roundRect">
            <a:avLst>
              <a:gd name="adj" fmla="val 5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ounded Rectangle 13"/>
          <p:cNvSpPr/>
          <p:nvPr/>
        </p:nvSpPr>
        <p:spPr>
          <a:xfrm>
            <a:off x="6231636" y="1554480"/>
            <a:ext cx="2560320" cy="411480"/>
          </a:xfrm>
          <a:prstGeom prst="roundRect">
            <a:avLst>
              <a:gd name="adj" fmla="val 5000"/>
            </a:avLst>
          </a:prstGeom>
          <a:solidFill>
            <a:srgbClr val="00A99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231636" y="1618488"/>
            <a:ext cx="2560320" cy="320040"/>
          </a:xfrm>
          <a:prstGeom prst="rect">
            <a:avLst/>
          </a:prstGeom>
          <a:noFill/>
        </p:spPr>
        <p:txBody>
          <a:bodyPr wrap="square">
            <a:spAutoFit/>
          </a:bodyPr>
          <a:lstStyle/>
          <a:p>
            <a:pPr algn="ctr">
              <a:defRPr sz="1500" b="1" i="0">
                <a:solidFill>
                  <a:srgbClr val="FFFFFF"/>
                </a:solidFill>
                <a:latin typeface="Tenorite"/>
              </a:defRPr>
            </a:pPr>
            <a:r>
              <a:t>Prompt Flow</a:t>
            </a:r>
          </a:p>
        </p:txBody>
      </p:sp>
      <p:sp>
        <p:nvSpPr>
          <p:cNvPr id="16" name="TextBox 15"/>
          <p:cNvSpPr txBox="1"/>
          <p:nvPr/>
        </p:nvSpPr>
        <p:spPr>
          <a:xfrm>
            <a:off x="6368796" y="2103120"/>
            <a:ext cx="2286000" cy="2103120"/>
          </a:xfrm>
          <a:prstGeom prst="rect">
            <a:avLst/>
          </a:prstGeom>
          <a:noFill/>
        </p:spPr>
        <p:txBody>
          <a:bodyPr wrap="square">
            <a:spAutoFit/>
          </a:bodyPr>
          <a:lstStyle/>
          <a:p>
            <a:pPr>
              <a:spcBef>
                <a:spcPts val="0"/>
              </a:spcBef>
              <a:defRPr sz="1400">
                <a:solidFill>
                  <a:srgbClr val="5A5A5A"/>
                </a:solidFill>
                <a:latin typeface="Tenorite"/>
              </a:defRPr>
            </a:pPr>
            <a:r>
              <a:t>•  Define flows with chained steps</a:t>
            </a:r>
          </a:p>
          <a:p>
            <a:pPr>
              <a:spcBef>
                <a:spcPts val="600"/>
              </a:spcBef>
              <a:defRPr sz="1400">
                <a:solidFill>
                  <a:srgbClr val="5A5A5A"/>
                </a:solidFill>
                <a:latin typeface="Tenorite"/>
              </a:defRPr>
            </a:pPr>
            <a:r>
              <a:t>•  Create variants for A/B testing</a:t>
            </a:r>
          </a:p>
          <a:p>
            <a:pPr>
              <a:spcBef>
                <a:spcPts val="600"/>
              </a:spcBef>
              <a:defRPr sz="1400">
                <a:solidFill>
                  <a:srgbClr val="5A5A5A"/>
                </a:solidFill>
                <a:latin typeface="Tenorite"/>
              </a:defRPr>
            </a:pPr>
            <a:r>
              <a:t>•  Add tracing for debugging</a:t>
            </a:r>
          </a:p>
        </p:txBody>
      </p:sp>
      <p:sp>
        <p:nvSpPr>
          <p:cNvPr id="17" name="Rectangle 16"/>
          <p:cNvSpPr/>
          <p:nvPr/>
        </p:nvSpPr>
        <p:spPr>
          <a:xfrm>
            <a:off x="6231636" y="4389120"/>
            <a:ext cx="2560320" cy="91440"/>
          </a:xfrm>
          <a:prstGeom prst="rect">
            <a:avLst/>
          </a:prstGeom>
          <a:solidFill>
            <a:srgbClr val="00A99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ounded Rectangle 17"/>
          <p:cNvSpPr/>
          <p:nvPr/>
        </p:nvSpPr>
        <p:spPr>
          <a:xfrm>
            <a:off x="9066276" y="1554480"/>
            <a:ext cx="2560320" cy="2926080"/>
          </a:xfrm>
          <a:prstGeom prst="roundRect">
            <a:avLst>
              <a:gd name="adj" fmla="val 5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ounded Rectangle 18"/>
          <p:cNvSpPr/>
          <p:nvPr/>
        </p:nvSpPr>
        <p:spPr>
          <a:xfrm>
            <a:off x="9066276" y="1554480"/>
            <a:ext cx="2560320" cy="411480"/>
          </a:xfrm>
          <a:prstGeom prst="roundRect">
            <a:avLst>
              <a:gd name="adj" fmla="val 5000"/>
            </a:avLst>
          </a:prstGeom>
          <a:solidFill>
            <a:srgbClr val="00B89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9066276" y="1618488"/>
            <a:ext cx="2560320" cy="320040"/>
          </a:xfrm>
          <a:prstGeom prst="rect">
            <a:avLst/>
          </a:prstGeom>
          <a:noFill/>
        </p:spPr>
        <p:txBody>
          <a:bodyPr wrap="square">
            <a:spAutoFit/>
          </a:bodyPr>
          <a:lstStyle/>
          <a:p>
            <a:pPr algn="ctr">
              <a:defRPr sz="1500" b="1" i="0">
                <a:solidFill>
                  <a:srgbClr val="FFFFFF"/>
                </a:solidFill>
                <a:latin typeface="Tenorite"/>
              </a:defRPr>
            </a:pPr>
            <a:r>
              <a:t>Evaluation</a:t>
            </a:r>
          </a:p>
        </p:txBody>
      </p:sp>
      <p:sp>
        <p:nvSpPr>
          <p:cNvPr id="21" name="TextBox 20"/>
          <p:cNvSpPr txBox="1"/>
          <p:nvPr/>
        </p:nvSpPr>
        <p:spPr>
          <a:xfrm>
            <a:off x="9203436" y="2103120"/>
            <a:ext cx="2286000" cy="2103120"/>
          </a:xfrm>
          <a:prstGeom prst="rect">
            <a:avLst/>
          </a:prstGeom>
          <a:noFill/>
        </p:spPr>
        <p:txBody>
          <a:bodyPr wrap="square">
            <a:spAutoFit/>
          </a:bodyPr>
          <a:lstStyle/>
          <a:p>
            <a:pPr>
              <a:spcBef>
                <a:spcPts val="0"/>
              </a:spcBef>
              <a:defRPr sz="1400">
                <a:solidFill>
                  <a:srgbClr val="5A5A5A"/>
                </a:solidFill>
                <a:latin typeface="Tenorite"/>
              </a:defRPr>
            </a:pPr>
            <a:r>
              <a:t>•  Compare prompt strategies</a:t>
            </a:r>
          </a:p>
          <a:p>
            <a:pPr>
              <a:spcBef>
                <a:spcPts val="600"/>
              </a:spcBef>
              <a:defRPr sz="1400">
                <a:solidFill>
                  <a:srgbClr val="5A5A5A"/>
                </a:solidFill>
                <a:latin typeface="Tenorite"/>
              </a:defRPr>
            </a:pPr>
            <a:r>
              <a:t>•  Measure quality and consistency</a:t>
            </a:r>
          </a:p>
          <a:p>
            <a:pPr>
              <a:spcBef>
                <a:spcPts val="600"/>
              </a:spcBef>
              <a:defRPr sz="1400">
                <a:solidFill>
                  <a:srgbClr val="5A5A5A"/>
                </a:solidFill>
                <a:latin typeface="Tenorite"/>
              </a:defRPr>
            </a:pPr>
            <a:r>
              <a:t>•  Choose: prompt eng, RAG, or fine-tune</a:t>
            </a:r>
          </a:p>
        </p:txBody>
      </p:sp>
      <p:sp>
        <p:nvSpPr>
          <p:cNvPr id="22" name="Rectangle 21"/>
          <p:cNvSpPr/>
          <p:nvPr/>
        </p:nvSpPr>
        <p:spPr>
          <a:xfrm>
            <a:off x="9066276" y="4389120"/>
            <a:ext cx="2560320" cy="91440"/>
          </a:xfrm>
          <a:prstGeom prst="rect">
            <a:avLst/>
          </a:prstGeom>
          <a:solidFill>
            <a:srgbClr val="00B89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548640" y="4846320"/>
            <a:ext cx="11064240" cy="457200"/>
          </a:xfrm>
          <a:prstGeom prst="rect">
            <a:avLst/>
          </a:prstGeom>
          <a:noFill/>
        </p:spPr>
        <p:txBody>
          <a:bodyPr wrap="square">
            <a:spAutoFit/>
          </a:bodyPr>
          <a:lstStyle/>
          <a:p>
            <a:pPr algn="l">
              <a:defRPr sz="1400" b="0" i="1">
                <a:solidFill>
                  <a:srgbClr val="9E9E9E"/>
                </a:solidFill>
                <a:latin typeface="Tenorite"/>
              </a:defRPr>
            </a:pPr>
            <a:r>
              <a:t>Exam: when to deploy from catalog, when to use playground for evaluation, and how to build prompt flows with chaining and tracing.</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Retrieval-Augmented Generation with Azure AI Search</a:t>
            </a:r>
          </a:p>
        </p:txBody>
      </p:sp>
      <p:sp>
        <p:nvSpPr>
          <p:cNvPr id="3" name="Chevron 2"/>
          <p:cNvSpPr/>
          <p:nvPr/>
        </p:nvSpPr>
        <p:spPr>
          <a:xfrm>
            <a:off x="1293876" y="1645920"/>
            <a:ext cx="2103120" cy="640080"/>
          </a:xfrm>
          <a:prstGeom prst="chevron">
            <a:avLst/>
          </a:prstGeom>
          <a:solidFill>
            <a:srgbClr val="008CB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568196" y="1755648"/>
            <a:ext cx="1554479" cy="457200"/>
          </a:xfrm>
          <a:prstGeom prst="rect">
            <a:avLst/>
          </a:prstGeom>
          <a:noFill/>
        </p:spPr>
        <p:txBody>
          <a:bodyPr wrap="square">
            <a:spAutoFit/>
          </a:bodyPr>
          <a:lstStyle/>
          <a:p>
            <a:pPr algn="ctr">
              <a:defRPr sz="1300" b="1" i="0">
                <a:solidFill>
                  <a:srgbClr val="FFFFFF"/>
                </a:solidFill>
                <a:latin typeface="Tenorite"/>
              </a:defRPr>
            </a:pPr>
            <a:r>
              <a:t>Prepare</a:t>
            </a:r>
            <a:br/>
            <a:r>
              <a:t>Data</a:t>
            </a:r>
          </a:p>
        </p:txBody>
      </p:sp>
      <p:sp>
        <p:nvSpPr>
          <p:cNvPr id="5" name="Rectangle 4"/>
          <p:cNvSpPr/>
          <p:nvPr/>
        </p:nvSpPr>
        <p:spPr>
          <a:xfrm>
            <a:off x="2327148" y="2286000"/>
            <a:ext cx="36576" cy="228600"/>
          </a:xfrm>
          <a:prstGeom prst="rect">
            <a:avLst/>
          </a:prstGeom>
          <a:solidFill>
            <a:srgbClr val="008CB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1339596" y="2514600"/>
            <a:ext cx="2011679" cy="914400"/>
          </a:xfrm>
          <a:prstGeom prst="roundRect">
            <a:avLst>
              <a:gd name="adj" fmla="val 4000"/>
            </a:avLst>
          </a:prstGeom>
          <a:solidFill>
            <a:srgbClr val="FFFFFF"/>
          </a:solidFill>
          <a:ln w="12700">
            <a:solidFill>
              <a:srgbClr val="008CB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431036" y="2606040"/>
            <a:ext cx="1828799" cy="731520"/>
          </a:xfrm>
          <a:prstGeom prst="rect">
            <a:avLst/>
          </a:prstGeom>
          <a:noFill/>
        </p:spPr>
        <p:txBody>
          <a:bodyPr wrap="square">
            <a:spAutoFit/>
          </a:bodyPr>
          <a:lstStyle/>
          <a:p>
            <a:pPr algn="ctr">
              <a:defRPr sz="1300" b="0" i="0">
                <a:solidFill>
                  <a:srgbClr val="5A5A5A"/>
                </a:solidFill>
                <a:latin typeface="Tenorite"/>
              </a:defRPr>
            </a:pPr>
            <a:r>
              <a:t>Clean, chunk,</a:t>
            </a:r>
            <a:br/>
            <a:r>
              <a:t>and format docs</a:t>
            </a:r>
          </a:p>
        </p:txBody>
      </p:sp>
      <p:sp>
        <p:nvSpPr>
          <p:cNvPr id="8" name="Chevron 7"/>
          <p:cNvSpPr/>
          <p:nvPr/>
        </p:nvSpPr>
        <p:spPr>
          <a:xfrm>
            <a:off x="3168396" y="1645920"/>
            <a:ext cx="2103120" cy="640080"/>
          </a:xfrm>
          <a:prstGeom prst="chevron">
            <a:avLst/>
          </a:prstGeom>
          <a:solidFill>
            <a:srgbClr val="00A5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3442715" y="1755648"/>
            <a:ext cx="1554479" cy="457200"/>
          </a:xfrm>
          <a:prstGeom prst="rect">
            <a:avLst/>
          </a:prstGeom>
          <a:noFill/>
        </p:spPr>
        <p:txBody>
          <a:bodyPr wrap="square">
            <a:spAutoFit/>
          </a:bodyPr>
          <a:lstStyle/>
          <a:p>
            <a:pPr algn="ctr">
              <a:defRPr sz="1300" b="1" i="0">
                <a:solidFill>
                  <a:srgbClr val="FFFFFF"/>
                </a:solidFill>
                <a:latin typeface="Tenorite"/>
              </a:defRPr>
            </a:pPr>
            <a:r>
              <a:t>Create</a:t>
            </a:r>
            <a:br/>
            <a:r>
              <a:t>Embeddings</a:t>
            </a:r>
          </a:p>
        </p:txBody>
      </p:sp>
      <p:sp>
        <p:nvSpPr>
          <p:cNvPr id="10" name="Rectangle 9"/>
          <p:cNvSpPr/>
          <p:nvPr/>
        </p:nvSpPr>
        <p:spPr>
          <a:xfrm>
            <a:off x="4201668" y="2286000"/>
            <a:ext cx="36576" cy="228600"/>
          </a:xfrm>
          <a:prstGeom prst="rect">
            <a:avLst/>
          </a:prstGeom>
          <a:solidFill>
            <a:srgbClr val="00A5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10"/>
          <p:cNvSpPr/>
          <p:nvPr/>
        </p:nvSpPr>
        <p:spPr>
          <a:xfrm>
            <a:off x="3214115" y="2514600"/>
            <a:ext cx="2011679" cy="914400"/>
          </a:xfrm>
          <a:prstGeom prst="roundRect">
            <a:avLst>
              <a:gd name="adj" fmla="val 4000"/>
            </a:avLst>
          </a:prstGeom>
          <a:solidFill>
            <a:srgbClr val="FFFFFF"/>
          </a:solidFill>
          <a:ln w="12700">
            <a:solidFill>
              <a:srgbClr val="00A5B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305556" y="2606040"/>
            <a:ext cx="1828799" cy="731520"/>
          </a:xfrm>
          <a:prstGeom prst="rect">
            <a:avLst/>
          </a:prstGeom>
          <a:noFill/>
        </p:spPr>
        <p:txBody>
          <a:bodyPr wrap="square">
            <a:spAutoFit/>
          </a:bodyPr>
          <a:lstStyle/>
          <a:p>
            <a:pPr algn="ctr">
              <a:defRPr sz="1300" b="0" i="0">
                <a:solidFill>
                  <a:srgbClr val="5A5A5A"/>
                </a:solidFill>
                <a:latin typeface="Tenorite"/>
              </a:defRPr>
            </a:pPr>
            <a:r>
              <a:t>Generate vector</a:t>
            </a:r>
            <a:br/>
            <a:r>
              <a:t>representations</a:t>
            </a:r>
          </a:p>
        </p:txBody>
      </p:sp>
      <p:sp>
        <p:nvSpPr>
          <p:cNvPr id="13" name="Chevron 12"/>
          <p:cNvSpPr/>
          <p:nvPr/>
        </p:nvSpPr>
        <p:spPr>
          <a:xfrm>
            <a:off x="5042916" y="1645920"/>
            <a:ext cx="2103120" cy="640080"/>
          </a:xfrm>
          <a:prstGeom prst="chevron">
            <a:avLst/>
          </a:prstGeom>
          <a:solidFill>
            <a:srgbClr val="00A99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5317236" y="1755648"/>
            <a:ext cx="1554479" cy="457200"/>
          </a:xfrm>
          <a:prstGeom prst="rect">
            <a:avLst/>
          </a:prstGeom>
          <a:noFill/>
        </p:spPr>
        <p:txBody>
          <a:bodyPr wrap="square">
            <a:spAutoFit/>
          </a:bodyPr>
          <a:lstStyle/>
          <a:p>
            <a:pPr algn="ctr">
              <a:defRPr sz="1300" b="1" i="0">
                <a:solidFill>
                  <a:srgbClr val="FFFFFF"/>
                </a:solidFill>
                <a:latin typeface="Tenorite"/>
              </a:defRPr>
            </a:pPr>
            <a:r>
              <a:t>Build</a:t>
            </a:r>
            <a:br/>
            <a:r>
              <a:t>Index</a:t>
            </a:r>
          </a:p>
        </p:txBody>
      </p:sp>
      <p:sp>
        <p:nvSpPr>
          <p:cNvPr id="15" name="Rectangle 14"/>
          <p:cNvSpPr/>
          <p:nvPr/>
        </p:nvSpPr>
        <p:spPr>
          <a:xfrm>
            <a:off x="6076188" y="2286000"/>
            <a:ext cx="36576" cy="228600"/>
          </a:xfrm>
          <a:prstGeom prst="rect">
            <a:avLst/>
          </a:prstGeom>
          <a:solidFill>
            <a:srgbClr val="00A99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ounded Rectangle 15"/>
          <p:cNvSpPr/>
          <p:nvPr/>
        </p:nvSpPr>
        <p:spPr>
          <a:xfrm>
            <a:off x="5088636" y="2514600"/>
            <a:ext cx="2011679" cy="914400"/>
          </a:xfrm>
          <a:prstGeom prst="roundRect">
            <a:avLst>
              <a:gd name="adj" fmla="val 4000"/>
            </a:avLst>
          </a:prstGeom>
          <a:solidFill>
            <a:srgbClr val="FFFFFF"/>
          </a:solidFill>
          <a:ln w="12700">
            <a:solidFill>
              <a:srgbClr val="00A99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5180076" y="2606040"/>
            <a:ext cx="1828799" cy="731520"/>
          </a:xfrm>
          <a:prstGeom prst="rect">
            <a:avLst/>
          </a:prstGeom>
          <a:noFill/>
        </p:spPr>
        <p:txBody>
          <a:bodyPr wrap="square">
            <a:spAutoFit/>
          </a:bodyPr>
          <a:lstStyle/>
          <a:p>
            <a:pPr algn="ctr">
              <a:defRPr sz="1300" b="0" i="0">
                <a:solidFill>
                  <a:srgbClr val="5A5A5A"/>
                </a:solidFill>
                <a:latin typeface="Tenorite"/>
              </a:defRPr>
            </a:pPr>
            <a:r>
              <a:t>Azure AI Search</a:t>
            </a:r>
            <a:br/>
            <a:r>
              <a:t>vector + keyword</a:t>
            </a:r>
          </a:p>
        </p:txBody>
      </p:sp>
      <p:sp>
        <p:nvSpPr>
          <p:cNvPr id="18" name="Chevron 17"/>
          <p:cNvSpPr/>
          <p:nvPr/>
        </p:nvSpPr>
        <p:spPr>
          <a:xfrm>
            <a:off x="6917436" y="1645920"/>
            <a:ext cx="2103120" cy="640080"/>
          </a:xfrm>
          <a:prstGeom prst="chevron">
            <a:avLst/>
          </a:prstGeom>
          <a:solidFill>
            <a:srgbClr val="00B89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7191755" y="1755648"/>
            <a:ext cx="1554479" cy="457200"/>
          </a:xfrm>
          <a:prstGeom prst="rect">
            <a:avLst/>
          </a:prstGeom>
          <a:noFill/>
        </p:spPr>
        <p:txBody>
          <a:bodyPr wrap="square">
            <a:spAutoFit/>
          </a:bodyPr>
          <a:lstStyle/>
          <a:p>
            <a:pPr algn="ctr">
              <a:defRPr sz="1300" b="1" i="0">
                <a:solidFill>
                  <a:srgbClr val="FFFFFF"/>
                </a:solidFill>
                <a:latin typeface="Tenorite"/>
              </a:defRPr>
            </a:pPr>
            <a:r>
              <a:t>Retrieve</a:t>
            </a:r>
            <a:br/>
            <a:r>
              <a:t>Chunks</a:t>
            </a:r>
          </a:p>
        </p:txBody>
      </p:sp>
      <p:sp>
        <p:nvSpPr>
          <p:cNvPr id="20" name="Rectangle 19"/>
          <p:cNvSpPr/>
          <p:nvPr/>
        </p:nvSpPr>
        <p:spPr>
          <a:xfrm>
            <a:off x="7950708" y="2286000"/>
            <a:ext cx="36576" cy="228600"/>
          </a:xfrm>
          <a:prstGeom prst="rect">
            <a:avLst/>
          </a:prstGeom>
          <a:solidFill>
            <a:srgbClr val="00B89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ounded Rectangle 20"/>
          <p:cNvSpPr/>
          <p:nvPr/>
        </p:nvSpPr>
        <p:spPr>
          <a:xfrm>
            <a:off x="6963155" y="2514600"/>
            <a:ext cx="2011679" cy="914400"/>
          </a:xfrm>
          <a:prstGeom prst="roundRect">
            <a:avLst>
              <a:gd name="adj" fmla="val 4000"/>
            </a:avLst>
          </a:prstGeom>
          <a:solidFill>
            <a:srgbClr val="FFFFFF"/>
          </a:solidFill>
          <a:ln w="12700">
            <a:solidFill>
              <a:srgbClr val="00B89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7054596" y="2606040"/>
            <a:ext cx="1828799" cy="731520"/>
          </a:xfrm>
          <a:prstGeom prst="rect">
            <a:avLst/>
          </a:prstGeom>
          <a:noFill/>
        </p:spPr>
        <p:txBody>
          <a:bodyPr wrap="square">
            <a:spAutoFit/>
          </a:bodyPr>
          <a:lstStyle/>
          <a:p>
            <a:pPr algn="ctr">
              <a:defRPr sz="1300" b="0" i="0">
                <a:solidFill>
                  <a:srgbClr val="5A5A5A"/>
                </a:solidFill>
                <a:latin typeface="Tenorite"/>
              </a:defRPr>
            </a:pPr>
            <a:r>
              <a:t>Similarity search</a:t>
            </a:r>
            <a:br/>
            <a:r>
              <a:t>for relevant context</a:t>
            </a:r>
          </a:p>
        </p:txBody>
      </p:sp>
      <p:sp>
        <p:nvSpPr>
          <p:cNvPr id="23" name="Chevron 22"/>
          <p:cNvSpPr/>
          <p:nvPr/>
        </p:nvSpPr>
        <p:spPr>
          <a:xfrm>
            <a:off x="8791955" y="1645920"/>
            <a:ext cx="2103120" cy="640080"/>
          </a:xfrm>
          <a:prstGeom prst="chevron">
            <a:avLst/>
          </a:prstGeom>
          <a:solidFill>
            <a:srgbClr val="F794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9066276" y="1755648"/>
            <a:ext cx="1554479" cy="457200"/>
          </a:xfrm>
          <a:prstGeom prst="rect">
            <a:avLst/>
          </a:prstGeom>
          <a:noFill/>
        </p:spPr>
        <p:txBody>
          <a:bodyPr wrap="square">
            <a:spAutoFit/>
          </a:bodyPr>
          <a:lstStyle/>
          <a:p>
            <a:pPr algn="ctr">
              <a:defRPr sz="1300" b="1" i="0">
                <a:solidFill>
                  <a:srgbClr val="FFFFFF"/>
                </a:solidFill>
                <a:latin typeface="Tenorite"/>
              </a:defRPr>
            </a:pPr>
            <a:r>
              <a:t>Generate</a:t>
            </a:r>
            <a:br/>
            <a:r>
              <a:t>Output</a:t>
            </a:r>
          </a:p>
        </p:txBody>
      </p:sp>
      <p:sp>
        <p:nvSpPr>
          <p:cNvPr id="25" name="Rectangle 24"/>
          <p:cNvSpPr/>
          <p:nvPr/>
        </p:nvSpPr>
        <p:spPr>
          <a:xfrm>
            <a:off x="9825228" y="2286000"/>
            <a:ext cx="36576" cy="228600"/>
          </a:xfrm>
          <a:prstGeom prst="rect">
            <a:avLst/>
          </a:prstGeom>
          <a:solidFill>
            <a:srgbClr val="F794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ounded Rectangle 25"/>
          <p:cNvSpPr/>
          <p:nvPr/>
        </p:nvSpPr>
        <p:spPr>
          <a:xfrm>
            <a:off x="8837676" y="2514600"/>
            <a:ext cx="2011679" cy="914400"/>
          </a:xfrm>
          <a:prstGeom prst="roundRect">
            <a:avLst>
              <a:gd name="adj" fmla="val 4000"/>
            </a:avLst>
          </a:prstGeom>
          <a:solidFill>
            <a:srgbClr val="FFFFFF"/>
          </a:solidFill>
          <a:ln w="12700">
            <a:solidFill>
              <a:srgbClr val="F7941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8929115" y="2606040"/>
            <a:ext cx="1828799" cy="731520"/>
          </a:xfrm>
          <a:prstGeom prst="rect">
            <a:avLst/>
          </a:prstGeom>
          <a:noFill/>
        </p:spPr>
        <p:txBody>
          <a:bodyPr wrap="square">
            <a:spAutoFit/>
          </a:bodyPr>
          <a:lstStyle/>
          <a:p>
            <a:pPr algn="ctr">
              <a:defRPr sz="1300" b="0" i="0">
                <a:solidFill>
                  <a:srgbClr val="5A5A5A"/>
                </a:solidFill>
                <a:latin typeface="Tenorite"/>
              </a:defRPr>
            </a:pPr>
            <a:r>
              <a:t>LLM combines context</a:t>
            </a:r>
            <a:br/>
            <a:r>
              <a:t>with prompt</a:t>
            </a:r>
          </a:p>
        </p:txBody>
      </p:sp>
      <p:sp>
        <p:nvSpPr>
          <p:cNvPr id="28" name="Rounded Rectangle 27"/>
          <p:cNvSpPr/>
          <p:nvPr/>
        </p:nvSpPr>
        <p:spPr>
          <a:xfrm>
            <a:off x="548640" y="3108960"/>
            <a:ext cx="11064240" cy="1463040"/>
          </a:xfrm>
          <a:prstGeom prst="roundRect">
            <a:avLst>
              <a:gd name="adj" fmla="val 4000"/>
            </a:avLst>
          </a:prstGeom>
          <a:solidFill>
            <a:srgbClr val="FFFFFF"/>
          </a:solidFill>
          <a:ln w="25400">
            <a:solidFill>
              <a:srgbClr val="0D213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822960" y="3200400"/>
            <a:ext cx="10515600" cy="320040"/>
          </a:xfrm>
          <a:prstGeom prst="rect">
            <a:avLst/>
          </a:prstGeom>
          <a:noFill/>
        </p:spPr>
        <p:txBody>
          <a:bodyPr wrap="square">
            <a:spAutoFit/>
          </a:bodyPr>
          <a:lstStyle/>
          <a:p>
            <a:pPr algn="l">
              <a:defRPr sz="1600" b="1" i="0">
                <a:solidFill>
                  <a:srgbClr val="0D2137"/>
                </a:solidFill>
                <a:latin typeface="Tenorite"/>
              </a:defRPr>
            </a:pPr>
            <a:r>
              <a:t>Lab Tasks</a:t>
            </a:r>
          </a:p>
        </p:txBody>
      </p:sp>
      <p:sp>
        <p:nvSpPr>
          <p:cNvPr id="30" name="TextBox 29"/>
          <p:cNvSpPr txBox="1"/>
          <p:nvPr/>
        </p:nvSpPr>
        <p:spPr>
          <a:xfrm>
            <a:off x="822960" y="3566160"/>
            <a:ext cx="10515600" cy="914400"/>
          </a:xfrm>
          <a:prstGeom prst="rect">
            <a:avLst/>
          </a:prstGeom>
          <a:noFill/>
        </p:spPr>
        <p:txBody>
          <a:bodyPr wrap="square">
            <a:spAutoFit/>
          </a:bodyPr>
          <a:lstStyle/>
          <a:p>
            <a:pPr>
              <a:spcBef>
                <a:spcPts val="0"/>
              </a:spcBef>
              <a:defRPr sz="1400">
                <a:solidFill>
                  <a:srgbClr val="5A5A5A"/>
                </a:solidFill>
                <a:latin typeface="Tenorite"/>
              </a:defRPr>
            </a:pPr>
            <a:r>
              <a:t>•  Ingest a small set of reference building descriptions</a:t>
            </a:r>
          </a:p>
          <a:p>
            <a:pPr>
              <a:spcBef>
                <a:spcPts val="400"/>
              </a:spcBef>
              <a:defRPr sz="1400">
                <a:solidFill>
                  <a:srgbClr val="5A5A5A"/>
                </a:solidFill>
                <a:latin typeface="Tenorite"/>
              </a:defRPr>
            </a:pPr>
            <a:r>
              <a:t>•  Create embeddings and store them in a vector store</a:t>
            </a:r>
          </a:p>
          <a:p>
            <a:pPr>
              <a:spcBef>
                <a:spcPts val="400"/>
              </a:spcBef>
              <a:defRPr sz="1400">
                <a:solidFill>
                  <a:srgbClr val="5A5A5A"/>
                </a:solidFill>
                <a:latin typeface="Tenorite"/>
              </a:defRPr>
            </a:pPr>
            <a:r>
              <a:t>•  Configure an Azure AI Search-based index</a:t>
            </a:r>
          </a:p>
          <a:p>
            <a:pPr>
              <a:spcBef>
                <a:spcPts val="400"/>
              </a:spcBef>
              <a:defRPr sz="1400">
                <a:solidFill>
                  <a:srgbClr val="5A5A5A"/>
                </a:solidFill>
                <a:latin typeface="Tenorite"/>
              </a:defRPr>
            </a:pPr>
            <a:r>
              <a:t>•  Build a prompt flow that uses RAG to enrich building specs</a:t>
            </a:r>
          </a:p>
        </p:txBody>
      </p:sp>
      <p:sp>
        <p:nvSpPr>
          <p:cNvPr id="31" name="Rounded Rectangle 30"/>
          <p:cNvSpPr/>
          <p:nvPr/>
        </p:nvSpPr>
        <p:spPr>
          <a:xfrm>
            <a:off x="548640" y="4846320"/>
            <a:ext cx="11064240" cy="502920"/>
          </a:xfrm>
          <a:prstGeom prst="roundRect">
            <a:avLst>
              <a:gd name="adj" fmla="val 4000"/>
            </a:avLst>
          </a:prstGeom>
          <a:solidFill>
            <a:srgbClr val="0D21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822960" y="4919472"/>
            <a:ext cx="10515600" cy="365760"/>
          </a:xfrm>
          <a:prstGeom prst="rect">
            <a:avLst/>
          </a:prstGeom>
          <a:noFill/>
        </p:spPr>
        <p:txBody>
          <a:bodyPr wrap="square">
            <a:spAutoFit/>
          </a:bodyPr>
          <a:lstStyle/>
          <a:p>
            <a:pPr algn="l">
              <a:defRPr sz="1400" b="0" i="1">
                <a:solidFill>
                  <a:srgbClr val="F7941D"/>
                </a:solidFill>
                <a:latin typeface="Tenorite"/>
              </a:defRPr>
            </a:pPr>
            <a:r>
              <a:t>Exam: knowing when RAG is appropriate vs fine-tuning, and understanding how Azure AI Search fits into language model optimization.</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RAG Architecture with Azure AI Search</a:t>
            </a:r>
          </a:p>
        </p:txBody>
      </p:sp>
      <p:sp>
        <p:nvSpPr>
          <p:cNvPr id="3" name="TextBox 2"/>
          <p:cNvSpPr txBox="1"/>
          <p:nvPr/>
        </p:nvSpPr>
        <p:spPr>
          <a:xfrm>
            <a:off x="457200" y="1417320"/>
            <a:ext cx="11247120" cy="320040"/>
          </a:xfrm>
          <a:prstGeom prst="rect">
            <a:avLst/>
          </a:prstGeom>
          <a:noFill/>
        </p:spPr>
        <p:txBody>
          <a:bodyPr wrap="square">
            <a:spAutoFit/>
          </a:bodyPr>
          <a:lstStyle/>
          <a:p>
            <a:pPr algn="ctr">
              <a:defRPr sz="1400" b="0" i="1">
                <a:solidFill>
                  <a:srgbClr val="9E9E9E"/>
                </a:solidFill>
                <a:latin typeface="Tenorite"/>
              </a:defRPr>
            </a:pPr>
            <a:r>
              <a:t>Indexing pipeline (offline) and query pipeline (real-time)</a:t>
            </a:r>
          </a:p>
        </p:txBody>
      </p:sp>
      <p:pic>
        <p:nvPicPr>
          <p:cNvPr id="4" name="Picture 3" descr="07-rag-architecture-v2-cropped.png"/>
          <p:cNvPicPr>
            <a:picLocks noChangeAspect="1"/>
          </p:cNvPicPr>
          <p:nvPr/>
        </p:nvPicPr>
        <p:blipFill>
          <a:blip r:embed="rId2"/>
          <a:stretch>
            <a:fillRect/>
          </a:stretch>
        </p:blipFill>
        <p:spPr>
          <a:xfrm>
            <a:off x="2876491" y="1874519"/>
            <a:ext cx="6435969" cy="4572000"/>
          </a:xfrm>
          <a:prstGeom prst="rect">
            <a:avLst/>
          </a:prstGeom>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Fine-Tuning, Constraints, and Knowledge Check</a:t>
            </a:r>
          </a:p>
        </p:txBody>
      </p:sp>
      <p:sp>
        <p:nvSpPr>
          <p:cNvPr id="3" name="Rectangle 2"/>
          <p:cNvSpPr/>
          <p:nvPr/>
        </p:nvSpPr>
        <p:spPr>
          <a:xfrm>
            <a:off x="2116836" y="1764792"/>
            <a:ext cx="7955279" cy="36576"/>
          </a:xfrm>
          <a:prstGeom prst="rect">
            <a:avLst/>
          </a:prstGeom>
          <a:solidFill>
            <a:srgbClr val="E8E8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882395" y="1508760"/>
            <a:ext cx="2468880" cy="548640"/>
          </a:xfrm>
          <a:prstGeom prst="roundRect">
            <a:avLst>
              <a:gd name="adj" fmla="val 10000"/>
            </a:avLst>
          </a:prstGeom>
          <a:solidFill>
            <a:srgbClr val="00B89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82395" y="1527048"/>
            <a:ext cx="2468880" cy="228600"/>
          </a:xfrm>
          <a:prstGeom prst="rect">
            <a:avLst/>
          </a:prstGeom>
          <a:noFill/>
        </p:spPr>
        <p:txBody>
          <a:bodyPr wrap="square">
            <a:spAutoFit/>
          </a:bodyPr>
          <a:lstStyle/>
          <a:p>
            <a:pPr algn="ctr">
              <a:defRPr sz="1400" b="1" i="0">
                <a:solidFill>
                  <a:srgbClr val="FFFFFF"/>
                </a:solidFill>
                <a:latin typeface="Tenorite"/>
              </a:defRPr>
            </a:pPr>
            <a:r>
              <a:t>Prepare Data</a:t>
            </a:r>
          </a:p>
        </p:txBody>
      </p:sp>
      <p:sp>
        <p:nvSpPr>
          <p:cNvPr id="6" name="TextBox 5"/>
          <p:cNvSpPr txBox="1"/>
          <p:nvPr/>
        </p:nvSpPr>
        <p:spPr>
          <a:xfrm>
            <a:off x="882395" y="1764792"/>
            <a:ext cx="2468880" cy="228600"/>
          </a:xfrm>
          <a:prstGeom prst="rect">
            <a:avLst/>
          </a:prstGeom>
          <a:noFill/>
        </p:spPr>
        <p:txBody>
          <a:bodyPr wrap="square">
            <a:spAutoFit/>
          </a:bodyPr>
          <a:lstStyle/>
          <a:p>
            <a:pPr algn="ctr">
              <a:defRPr sz="1300" b="0" i="1">
                <a:solidFill>
                  <a:srgbClr val="FFFFFF"/>
                </a:solidFill>
                <a:latin typeface="Tenorite"/>
              </a:defRPr>
            </a:pPr>
            <a:r>
              <a:t>Label in required format</a:t>
            </a:r>
          </a:p>
        </p:txBody>
      </p:sp>
      <p:sp>
        <p:nvSpPr>
          <p:cNvPr id="7" name="Rounded Rectangle 6"/>
          <p:cNvSpPr/>
          <p:nvPr/>
        </p:nvSpPr>
        <p:spPr>
          <a:xfrm>
            <a:off x="3534156" y="1508760"/>
            <a:ext cx="2468880" cy="548640"/>
          </a:xfrm>
          <a:prstGeom prst="roundRect">
            <a:avLst>
              <a:gd name="adj" fmla="val 10000"/>
            </a:avLst>
          </a:prstGeom>
          <a:solidFill>
            <a:srgbClr val="00A99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3534156" y="1527048"/>
            <a:ext cx="2468880" cy="228600"/>
          </a:xfrm>
          <a:prstGeom prst="rect">
            <a:avLst/>
          </a:prstGeom>
          <a:noFill/>
        </p:spPr>
        <p:txBody>
          <a:bodyPr wrap="square">
            <a:spAutoFit/>
          </a:bodyPr>
          <a:lstStyle/>
          <a:p>
            <a:pPr algn="ctr">
              <a:defRPr sz="1400" b="1" i="0">
                <a:solidFill>
                  <a:srgbClr val="FFFFFF"/>
                </a:solidFill>
                <a:latin typeface="Tenorite"/>
              </a:defRPr>
            </a:pPr>
            <a:r>
              <a:t>Select Model</a:t>
            </a:r>
          </a:p>
        </p:txBody>
      </p:sp>
      <p:sp>
        <p:nvSpPr>
          <p:cNvPr id="9" name="TextBox 8"/>
          <p:cNvSpPr txBox="1"/>
          <p:nvPr/>
        </p:nvSpPr>
        <p:spPr>
          <a:xfrm>
            <a:off x="3534156" y="1764792"/>
            <a:ext cx="2468880" cy="228600"/>
          </a:xfrm>
          <a:prstGeom prst="rect">
            <a:avLst/>
          </a:prstGeom>
          <a:noFill/>
        </p:spPr>
        <p:txBody>
          <a:bodyPr wrap="square">
            <a:spAutoFit/>
          </a:bodyPr>
          <a:lstStyle/>
          <a:p>
            <a:pPr algn="ctr">
              <a:defRPr sz="1300" b="0" i="1">
                <a:solidFill>
                  <a:srgbClr val="FFFFFF"/>
                </a:solidFill>
                <a:latin typeface="Tenorite"/>
              </a:defRPr>
            </a:pPr>
            <a:r>
              <a:t>Supports fine-tuning</a:t>
            </a:r>
          </a:p>
        </p:txBody>
      </p:sp>
      <p:sp>
        <p:nvSpPr>
          <p:cNvPr id="10" name="Rounded Rectangle 9"/>
          <p:cNvSpPr/>
          <p:nvPr/>
        </p:nvSpPr>
        <p:spPr>
          <a:xfrm>
            <a:off x="6185916" y="1508760"/>
            <a:ext cx="2468880" cy="548640"/>
          </a:xfrm>
          <a:prstGeom prst="roundRect">
            <a:avLst>
              <a:gd name="adj" fmla="val 10000"/>
            </a:avLst>
          </a:prstGeom>
          <a:solidFill>
            <a:srgbClr val="00A5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185916" y="1527048"/>
            <a:ext cx="2468880" cy="228600"/>
          </a:xfrm>
          <a:prstGeom prst="rect">
            <a:avLst/>
          </a:prstGeom>
          <a:noFill/>
        </p:spPr>
        <p:txBody>
          <a:bodyPr wrap="square">
            <a:spAutoFit/>
          </a:bodyPr>
          <a:lstStyle/>
          <a:p>
            <a:pPr algn="ctr">
              <a:defRPr sz="1400" b="1" i="0">
                <a:solidFill>
                  <a:srgbClr val="FFFFFF"/>
                </a:solidFill>
                <a:latin typeface="Tenorite"/>
              </a:defRPr>
            </a:pPr>
            <a:r>
              <a:t>Run Job</a:t>
            </a:r>
          </a:p>
        </p:txBody>
      </p:sp>
      <p:sp>
        <p:nvSpPr>
          <p:cNvPr id="12" name="TextBox 11"/>
          <p:cNvSpPr txBox="1"/>
          <p:nvPr/>
        </p:nvSpPr>
        <p:spPr>
          <a:xfrm>
            <a:off x="6185916" y="1764792"/>
            <a:ext cx="2468880" cy="228600"/>
          </a:xfrm>
          <a:prstGeom prst="rect">
            <a:avLst/>
          </a:prstGeom>
          <a:noFill/>
        </p:spPr>
        <p:txBody>
          <a:bodyPr wrap="square">
            <a:spAutoFit/>
          </a:bodyPr>
          <a:lstStyle/>
          <a:p>
            <a:pPr algn="ctr">
              <a:defRPr sz="1300" b="0" i="1">
                <a:solidFill>
                  <a:srgbClr val="FFFFFF"/>
                </a:solidFill>
                <a:latin typeface="Tenorite"/>
              </a:defRPr>
            </a:pPr>
            <a:r>
              <a:t>Configure and submit</a:t>
            </a:r>
          </a:p>
        </p:txBody>
      </p:sp>
      <p:sp>
        <p:nvSpPr>
          <p:cNvPr id="13" name="Rounded Rectangle 12"/>
          <p:cNvSpPr/>
          <p:nvPr/>
        </p:nvSpPr>
        <p:spPr>
          <a:xfrm>
            <a:off x="8837676" y="1508760"/>
            <a:ext cx="2468880" cy="548640"/>
          </a:xfrm>
          <a:prstGeom prst="roundRect">
            <a:avLst>
              <a:gd name="adj" fmla="val 10000"/>
            </a:avLst>
          </a:prstGeom>
          <a:solidFill>
            <a:srgbClr val="008CB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837676" y="1527048"/>
            <a:ext cx="2468880" cy="228600"/>
          </a:xfrm>
          <a:prstGeom prst="rect">
            <a:avLst/>
          </a:prstGeom>
          <a:noFill/>
        </p:spPr>
        <p:txBody>
          <a:bodyPr wrap="square">
            <a:spAutoFit/>
          </a:bodyPr>
          <a:lstStyle/>
          <a:p>
            <a:pPr algn="ctr">
              <a:defRPr sz="1400" b="1" i="0">
                <a:solidFill>
                  <a:srgbClr val="FFFFFF"/>
                </a:solidFill>
                <a:latin typeface="Tenorite"/>
              </a:defRPr>
            </a:pPr>
            <a:r>
              <a:t>Evaluate</a:t>
            </a:r>
          </a:p>
        </p:txBody>
      </p:sp>
      <p:sp>
        <p:nvSpPr>
          <p:cNvPr id="15" name="TextBox 14"/>
          <p:cNvSpPr txBox="1"/>
          <p:nvPr/>
        </p:nvSpPr>
        <p:spPr>
          <a:xfrm>
            <a:off x="8837676" y="1764792"/>
            <a:ext cx="2468880" cy="228600"/>
          </a:xfrm>
          <a:prstGeom prst="rect">
            <a:avLst/>
          </a:prstGeom>
          <a:noFill/>
        </p:spPr>
        <p:txBody>
          <a:bodyPr wrap="square">
            <a:spAutoFit/>
          </a:bodyPr>
          <a:lstStyle/>
          <a:p>
            <a:pPr algn="ctr">
              <a:defRPr sz="1300" b="0" i="1">
                <a:solidFill>
                  <a:srgbClr val="FFFFFF"/>
                </a:solidFill>
                <a:latin typeface="Tenorite"/>
              </a:defRPr>
            </a:pPr>
            <a:r>
              <a:t>Compare vs baseline</a:t>
            </a:r>
          </a:p>
        </p:txBody>
      </p:sp>
      <p:sp>
        <p:nvSpPr>
          <p:cNvPr id="16" name="Rounded Rectangle 15"/>
          <p:cNvSpPr/>
          <p:nvPr/>
        </p:nvSpPr>
        <p:spPr>
          <a:xfrm>
            <a:off x="548640" y="2286000"/>
            <a:ext cx="11064240" cy="548640"/>
          </a:xfrm>
          <a:prstGeom prst="roundRect">
            <a:avLst>
              <a:gd name="adj" fmla="val 4000"/>
            </a:avLst>
          </a:prstGeom>
          <a:solidFill>
            <a:srgbClr val="FFFFFF"/>
          </a:solidFill>
          <a:ln w="19050">
            <a:solidFill>
              <a:srgbClr val="F7941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22960" y="2331720"/>
            <a:ext cx="10515600" cy="411480"/>
          </a:xfrm>
          <a:prstGeom prst="rect">
            <a:avLst/>
          </a:prstGeom>
          <a:noFill/>
        </p:spPr>
        <p:txBody>
          <a:bodyPr wrap="square">
            <a:spAutoFit/>
          </a:bodyPr>
          <a:lstStyle/>
          <a:p>
            <a:pPr algn="l">
              <a:defRPr sz="1400" b="0" i="0">
                <a:solidFill>
                  <a:srgbClr val="5A5A5A"/>
                </a:solidFill>
                <a:latin typeface="Tenorite"/>
              </a:defRPr>
            </a:pPr>
            <a:r>
              <a:t>Fine-tuning availability is region- and model-specific. Costs can be significant. Focus on understanding the workflow and trade-offs, not memorizing SKUs.</a:t>
            </a:r>
          </a:p>
        </p:txBody>
      </p:sp>
      <p:sp>
        <p:nvSpPr>
          <p:cNvPr id="18" name="TextBox 17"/>
          <p:cNvSpPr txBox="1"/>
          <p:nvPr/>
        </p:nvSpPr>
        <p:spPr>
          <a:xfrm>
            <a:off x="548640" y="3108960"/>
            <a:ext cx="5486400" cy="320040"/>
          </a:xfrm>
          <a:prstGeom prst="rect">
            <a:avLst/>
          </a:prstGeom>
          <a:noFill/>
        </p:spPr>
        <p:txBody>
          <a:bodyPr wrap="square">
            <a:spAutoFit/>
          </a:bodyPr>
          <a:lstStyle/>
          <a:p>
            <a:pPr algn="l">
              <a:defRPr sz="1800" b="1" i="0">
                <a:solidFill>
                  <a:srgbClr val="0D2137"/>
                </a:solidFill>
                <a:latin typeface="Tenorite"/>
              </a:defRPr>
            </a:pPr>
            <a:r>
              <a:t>Knowledge Check</a:t>
            </a:r>
          </a:p>
        </p:txBody>
      </p:sp>
      <p:sp>
        <p:nvSpPr>
          <p:cNvPr id="19" name="Rounded Rectangle 18"/>
          <p:cNvSpPr/>
          <p:nvPr/>
        </p:nvSpPr>
        <p:spPr>
          <a:xfrm>
            <a:off x="548640" y="3566160"/>
            <a:ext cx="11064240" cy="1051560"/>
          </a:xfrm>
          <a:prstGeom prst="roundRect">
            <a:avLst>
              <a:gd name="adj" fmla="val 4000"/>
            </a:avLst>
          </a:prstGeom>
          <a:solidFill>
            <a:srgbClr val="FFFFFF"/>
          </a:solidFill>
          <a:ln w="19050">
            <a:solidFill>
              <a:srgbClr val="00B89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822960" y="3657600"/>
            <a:ext cx="10515600" cy="320040"/>
          </a:xfrm>
          <a:prstGeom prst="rect">
            <a:avLst/>
          </a:prstGeom>
          <a:noFill/>
        </p:spPr>
        <p:txBody>
          <a:bodyPr wrap="square">
            <a:spAutoFit/>
          </a:bodyPr>
          <a:lstStyle/>
          <a:p>
            <a:pPr algn="l">
              <a:defRPr sz="1500" b="1" i="0">
                <a:solidFill>
                  <a:srgbClr val="0D2137"/>
                </a:solidFill>
                <a:latin typeface="Tenorite"/>
              </a:defRPr>
            </a:pPr>
            <a:r>
              <a:t>When would you choose fine-tuning instead of RAG?</a:t>
            </a:r>
          </a:p>
        </p:txBody>
      </p:sp>
      <p:sp>
        <p:nvSpPr>
          <p:cNvPr id="21" name="TextBox 20"/>
          <p:cNvSpPr txBox="1"/>
          <p:nvPr/>
        </p:nvSpPr>
        <p:spPr>
          <a:xfrm>
            <a:off x="822960" y="4023360"/>
            <a:ext cx="10515600" cy="502920"/>
          </a:xfrm>
          <a:prstGeom prst="rect">
            <a:avLst/>
          </a:prstGeom>
          <a:noFill/>
        </p:spPr>
        <p:txBody>
          <a:bodyPr wrap="square">
            <a:spAutoFit/>
          </a:bodyPr>
          <a:lstStyle/>
          <a:p>
            <a:pPr algn="l">
              <a:defRPr sz="1300" b="0" i="1">
                <a:solidFill>
                  <a:srgbClr val="9E9E9E"/>
                </a:solidFill>
                <a:latin typeface="Tenorite"/>
              </a:defRPr>
            </a:pPr>
            <a:r>
              <a:t>When you need very consistent behavior on a narrow task and prompt engineering plus RAG do not get you there.</a:t>
            </a:r>
          </a:p>
        </p:txBody>
      </p:sp>
      <p:sp>
        <p:nvSpPr>
          <p:cNvPr id="22" name="Rounded Rectangle 21"/>
          <p:cNvSpPr/>
          <p:nvPr/>
        </p:nvSpPr>
        <p:spPr>
          <a:xfrm>
            <a:off x="548640" y="4800600"/>
            <a:ext cx="11064240" cy="1051560"/>
          </a:xfrm>
          <a:prstGeom prst="roundRect">
            <a:avLst>
              <a:gd name="adj" fmla="val 4000"/>
            </a:avLst>
          </a:prstGeom>
          <a:solidFill>
            <a:srgbClr val="FFFFFF"/>
          </a:solidFill>
          <a:ln w="19050">
            <a:solidFill>
              <a:srgbClr val="F7941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822960" y="4892040"/>
            <a:ext cx="10515600" cy="320040"/>
          </a:xfrm>
          <a:prstGeom prst="rect">
            <a:avLst/>
          </a:prstGeom>
          <a:noFill/>
        </p:spPr>
        <p:txBody>
          <a:bodyPr wrap="square">
            <a:spAutoFit/>
          </a:bodyPr>
          <a:lstStyle/>
          <a:p>
            <a:pPr algn="l">
              <a:defRPr sz="1500" b="1" i="0">
                <a:solidFill>
                  <a:srgbClr val="0D2137"/>
                </a:solidFill>
                <a:latin typeface="Tenorite"/>
              </a:defRPr>
            </a:pPr>
            <a:r>
              <a:t>What are two risks of over-relying on fine-tuning?</a:t>
            </a:r>
          </a:p>
        </p:txBody>
      </p:sp>
      <p:sp>
        <p:nvSpPr>
          <p:cNvPr id="24" name="TextBox 23"/>
          <p:cNvSpPr txBox="1"/>
          <p:nvPr/>
        </p:nvSpPr>
        <p:spPr>
          <a:xfrm>
            <a:off x="822960" y="5257800"/>
            <a:ext cx="10515600" cy="502920"/>
          </a:xfrm>
          <a:prstGeom prst="rect">
            <a:avLst/>
          </a:prstGeom>
          <a:noFill/>
        </p:spPr>
        <p:txBody>
          <a:bodyPr wrap="square">
            <a:spAutoFit/>
          </a:bodyPr>
          <a:lstStyle/>
          <a:p>
            <a:pPr algn="l">
              <a:defRPr sz="1300" b="0" i="1">
                <a:solidFill>
                  <a:srgbClr val="9E9E9E"/>
                </a:solidFill>
                <a:latin typeface="Tenorite"/>
              </a:defRPr>
            </a:pPr>
            <a:r>
              <a:t>Higher cost, lock-in to a specific model, and overfitting to training examples which may reduce generalization.</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Topics Not Fully Covered in This Project</a:t>
            </a:r>
          </a:p>
        </p:txBody>
      </p:sp>
      <p:sp>
        <p:nvSpPr>
          <p:cNvPr id="3" name="TextBox 2"/>
          <p:cNvSpPr txBox="1"/>
          <p:nvPr/>
        </p:nvSpPr>
        <p:spPr>
          <a:xfrm>
            <a:off x="548640" y="1463040"/>
            <a:ext cx="10972800" cy="320040"/>
          </a:xfrm>
          <a:prstGeom prst="rect">
            <a:avLst/>
          </a:prstGeom>
          <a:noFill/>
        </p:spPr>
        <p:txBody>
          <a:bodyPr wrap="square">
            <a:spAutoFit/>
          </a:bodyPr>
          <a:lstStyle/>
          <a:p>
            <a:pPr algn="l">
              <a:defRPr sz="1500" b="1" i="0">
                <a:solidFill>
                  <a:srgbClr val="0D2137"/>
                </a:solidFill>
                <a:latin typeface="Tenorite"/>
              </a:defRPr>
            </a:pPr>
            <a:r>
              <a:t>DP-100 skills we only touch lightly or not at all:</a:t>
            </a:r>
          </a:p>
        </p:txBody>
      </p:sp>
      <p:sp>
        <p:nvSpPr>
          <p:cNvPr id="4" name="Rounded Rectangle 3"/>
          <p:cNvSpPr/>
          <p:nvPr/>
        </p:nvSpPr>
        <p:spPr>
          <a:xfrm>
            <a:off x="608076" y="2011680"/>
            <a:ext cx="10972800" cy="685800"/>
          </a:xfrm>
          <a:prstGeom prst="roundRect">
            <a:avLst>
              <a:gd name="adj" fmla="val 3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608076" y="2011680"/>
            <a:ext cx="109728" cy="685800"/>
          </a:xfrm>
          <a:prstGeom prst="rect">
            <a:avLst/>
          </a:prstGeom>
          <a:solidFill>
            <a:srgbClr val="F794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882396" y="2148840"/>
            <a:ext cx="2011680" cy="365760"/>
          </a:xfrm>
          <a:prstGeom prst="roundRect">
            <a:avLst>
              <a:gd name="adj" fmla="val 15000"/>
            </a:avLst>
          </a:prstGeom>
          <a:solidFill>
            <a:srgbClr val="F794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82396" y="2194560"/>
            <a:ext cx="2011680" cy="320040"/>
          </a:xfrm>
          <a:prstGeom prst="rect">
            <a:avLst/>
          </a:prstGeom>
          <a:noFill/>
        </p:spPr>
        <p:txBody>
          <a:bodyPr wrap="square">
            <a:spAutoFit/>
          </a:bodyPr>
          <a:lstStyle/>
          <a:p>
            <a:pPr algn="ctr">
              <a:defRPr sz="1300" b="1" i="0">
                <a:solidFill>
                  <a:srgbClr val="FFFFFF"/>
                </a:solidFill>
                <a:latin typeface="Tenorite"/>
              </a:defRPr>
            </a:pPr>
            <a:r>
              <a:t>Synapse Spark</a:t>
            </a:r>
          </a:p>
        </p:txBody>
      </p:sp>
      <p:sp>
        <p:nvSpPr>
          <p:cNvPr id="8" name="TextBox 7"/>
          <p:cNvSpPr txBox="1"/>
          <p:nvPr/>
        </p:nvSpPr>
        <p:spPr>
          <a:xfrm>
            <a:off x="3076956" y="2148840"/>
            <a:ext cx="8229600" cy="411480"/>
          </a:xfrm>
          <a:prstGeom prst="rect">
            <a:avLst/>
          </a:prstGeom>
          <a:noFill/>
        </p:spPr>
        <p:txBody>
          <a:bodyPr wrap="square">
            <a:spAutoFit/>
          </a:bodyPr>
          <a:lstStyle/>
          <a:p>
            <a:pPr algn="l">
              <a:defRPr sz="1400" b="0" i="0">
                <a:solidFill>
                  <a:srgbClr val="5A5A5A"/>
                </a:solidFill>
                <a:latin typeface="Tenorite"/>
              </a:defRPr>
            </a:pPr>
            <a:r>
              <a:t>Serverless Spark for data wrangling at scale, a separate compute paradigm from ML clusters</a:t>
            </a:r>
          </a:p>
        </p:txBody>
      </p:sp>
      <p:sp>
        <p:nvSpPr>
          <p:cNvPr id="9" name="Rounded Rectangle 8"/>
          <p:cNvSpPr/>
          <p:nvPr/>
        </p:nvSpPr>
        <p:spPr>
          <a:xfrm>
            <a:off x="608076" y="2788920"/>
            <a:ext cx="10972800" cy="685800"/>
          </a:xfrm>
          <a:prstGeom prst="roundRect">
            <a:avLst>
              <a:gd name="adj" fmla="val 3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608076" y="2788920"/>
            <a:ext cx="109728" cy="685800"/>
          </a:xfrm>
          <a:prstGeom prst="rect">
            <a:avLst/>
          </a:prstGeom>
          <a:solidFill>
            <a:srgbClr val="F794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10"/>
          <p:cNvSpPr/>
          <p:nvPr/>
        </p:nvSpPr>
        <p:spPr>
          <a:xfrm>
            <a:off x="882396" y="2926080"/>
            <a:ext cx="2011680" cy="365760"/>
          </a:xfrm>
          <a:prstGeom prst="roundRect">
            <a:avLst>
              <a:gd name="adj" fmla="val 15000"/>
            </a:avLst>
          </a:prstGeom>
          <a:solidFill>
            <a:srgbClr val="F794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82396" y="2971800"/>
            <a:ext cx="2011680" cy="320040"/>
          </a:xfrm>
          <a:prstGeom prst="rect">
            <a:avLst/>
          </a:prstGeom>
          <a:noFill/>
        </p:spPr>
        <p:txBody>
          <a:bodyPr wrap="square">
            <a:spAutoFit/>
          </a:bodyPr>
          <a:lstStyle/>
          <a:p>
            <a:pPr algn="ctr">
              <a:defRPr sz="1300" b="1" i="0">
                <a:solidFill>
                  <a:srgbClr val="FFFFFF"/>
                </a:solidFill>
                <a:latin typeface="Tenorite"/>
              </a:defRPr>
            </a:pPr>
            <a:r>
              <a:t>Feature Stores</a:t>
            </a:r>
          </a:p>
        </p:txBody>
      </p:sp>
      <p:sp>
        <p:nvSpPr>
          <p:cNvPr id="13" name="TextBox 12"/>
          <p:cNvSpPr txBox="1"/>
          <p:nvPr/>
        </p:nvSpPr>
        <p:spPr>
          <a:xfrm>
            <a:off x="3076956" y="2926080"/>
            <a:ext cx="8229600" cy="411480"/>
          </a:xfrm>
          <a:prstGeom prst="rect">
            <a:avLst/>
          </a:prstGeom>
          <a:noFill/>
        </p:spPr>
        <p:txBody>
          <a:bodyPr wrap="square">
            <a:spAutoFit/>
          </a:bodyPr>
          <a:lstStyle/>
          <a:p>
            <a:pPr algn="l">
              <a:defRPr sz="1400" b="0" i="0">
                <a:solidFill>
                  <a:srgbClr val="5A5A5A"/>
                </a:solidFill>
                <a:latin typeface="Tenorite"/>
              </a:defRPr>
            </a:pPr>
            <a:r>
              <a:t>Registering, versioning, and retrieving features for training and inference pipelines</a:t>
            </a:r>
          </a:p>
        </p:txBody>
      </p:sp>
      <p:sp>
        <p:nvSpPr>
          <p:cNvPr id="14" name="Rounded Rectangle 13"/>
          <p:cNvSpPr/>
          <p:nvPr/>
        </p:nvSpPr>
        <p:spPr>
          <a:xfrm>
            <a:off x="608076" y="3566160"/>
            <a:ext cx="10972800" cy="685800"/>
          </a:xfrm>
          <a:prstGeom prst="roundRect">
            <a:avLst>
              <a:gd name="adj" fmla="val 3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608076" y="3566160"/>
            <a:ext cx="109728" cy="685800"/>
          </a:xfrm>
          <a:prstGeom prst="rect">
            <a:avLst/>
          </a:prstGeom>
          <a:solidFill>
            <a:srgbClr val="F794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ounded Rectangle 15"/>
          <p:cNvSpPr/>
          <p:nvPr/>
        </p:nvSpPr>
        <p:spPr>
          <a:xfrm>
            <a:off x="882396" y="3703320"/>
            <a:ext cx="2011680" cy="365760"/>
          </a:xfrm>
          <a:prstGeom prst="roundRect">
            <a:avLst>
              <a:gd name="adj" fmla="val 15000"/>
            </a:avLst>
          </a:prstGeom>
          <a:solidFill>
            <a:srgbClr val="F794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82396" y="3749040"/>
            <a:ext cx="2011680" cy="320040"/>
          </a:xfrm>
          <a:prstGeom prst="rect">
            <a:avLst/>
          </a:prstGeom>
          <a:noFill/>
        </p:spPr>
        <p:txBody>
          <a:bodyPr wrap="square">
            <a:spAutoFit/>
          </a:bodyPr>
          <a:lstStyle/>
          <a:p>
            <a:pPr algn="ctr">
              <a:defRPr sz="1300" b="1" i="0">
                <a:solidFill>
                  <a:srgbClr val="FFFFFF"/>
                </a:solidFill>
                <a:latin typeface="Tenorite"/>
              </a:defRPr>
            </a:pPr>
            <a:r>
              <a:t>Responsible AI Toolbox</a:t>
            </a:r>
          </a:p>
        </p:txBody>
      </p:sp>
      <p:sp>
        <p:nvSpPr>
          <p:cNvPr id="18" name="TextBox 17"/>
          <p:cNvSpPr txBox="1"/>
          <p:nvPr/>
        </p:nvSpPr>
        <p:spPr>
          <a:xfrm>
            <a:off x="3076956" y="3703320"/>
            <a:ext cx="8229600" cy="411480"/>
          </a:xfrm>
          <a:prstGeom prst="rect">
            <a:avLst/>
          </a:prstGeom>
          <a:noFill/>
        </p:spPr>
        <p:txBody>
          <a:bodyPr wrap="square">
            <a:spAutoFit/>
          </a:bodyPr>
          <a:lstStyle/>
          <a:p>
            <a:pPr algn="l">
              <a:defRPr sz="1400" b="0" i="0">
                <a:solidFill>
                  <a:srgbClr val="5A5A5A"/>
                </a:solidFill>
                <a:latin typeface="Tenorite"/>
              </a:defRPr>
            </a:pPr>
            <a:r>
              <a:t>Deep use of fairness dashboards, error analysis, and model interpretability tools</a:t>
            </a:r>
          </a:p>
        </p:txBody>
      </p:sp>
      <p:sp>
        <p:nvSpPr>
          <p:cNvPr id="19" name="Rounded Rectangle 18"/>
          <p:cNvSpPr/>
          <p:nvPr/>
        </p:nvSpPr>
        <p:spPr>
          <a:xfrm>
            <a:off x="608076" y="4343400"/>
            <a:ext cx="10972800" cy="685800"/>
          </a:xfrm>
          <a:prstGeom prst="roundRect">
            <a:avLst>
              <a:gd name="adj" fmla="val 3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608076" y="4343400"/>
            <a:ext cx="109728" cy="685800"/>
          </a:xfrm>
          <a:prstGeom prst="rect">
            <a:avLst/>
          </a:prstGeom>
          <a:solidFill>
            <a:srgbClr val="F794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ounded Rectangle 20"/>
          <p:cNvSpPr/>
          <p:nvPr/>
        </p:nvSpPr>
        <p:spPr>
          <a:xfrm>
            <a:off x="882396" y="4480560"/>
            <a:ext cx="2011680" cy="365760"/>
          </a:xfrm>
          <a:prstGeom prst="roundRect">
            <a:avLst>
              <a:gd name="adj" fmla="val 15000"/>
            </a:avLst>
          </a:prstGeom>
          <a:solidFill>
            <a:srgbClr val="F794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882396" y="4526280"/>
            <a:ext cx="2011680" cy="320040"/>
          </a:xfrm>
          <a:prstGeom prst="rect">
            <a:avLst/>
          </a:prstGeom>
          <a:noFill/>
        </p:spPr>
        <p:txBody>
          <a:bodyPr wrap="square">
            <a:spAutoFit/>
          </a:bodyPr>
          <a:lstStyle/>
          <a:p>
            <a:pPr algn="ctr">
              <a:defRPr sz="1300" b="1" i="0">
                <a:solidFill>
                  <a:srgbClr val="FFFFFF"/>
                </a:solidFill>
                <a:latin typeface="Tenorite"/>
              </a:defRPr>
            </a:pPr>
            <a:r>
              <a:t>Azure Databricks</a:t>
            </a:r>
          </a:p>
        </p:txBody>
      </p:sp>
      <p:sp>
        <p:nvSpPr>
          <p:cNvPr id="23" name="TextBox 22"/>
          <p:cNvSpPr txBox="1"/>
          <p:nvPr/>
        </p:nvSpPr>
        <p:spPr>
          <a:xfrm>
            <a:off x="3076956" y="4480560"/>
            <a:ext cx="8229600" cy="411480"/>
          </a:xfrm>
          <a:prstGeom prst="rect">
            <a:avLst/>
          </a:prstGeom>
          <a:noFill/>
        </p:spPr>
        <p:txBody>
          <a:bodyPr wrap="square">
            <a:spAutoFit/>
          </a:bodyPr>
          <a:lstStyle/>
          <a:p>
            <a:pPr algn="l">
              <a:defRPr sz="1400" b="0" i="0">
                <a:solidFill>
                  <a:srgbClr val="5A5A5A"/>
                </a:solidFill>
                <a:latin typeface="Tenorite"/>
              </a:defRPr>
            </a:pPr>
            <a:r>
              <a:t>As a data processing and training environment, separate from Azure ML compute</a:t>
            </a:r>
          </a:p>
        </p:txBody>
      </p:sp>
      <p:sp>
        <p:nvSpPr>
          <p:cNvPr id="24" name="Rounded Rectangle 23"/>
          <p:cNvSpPr/>
          <p:nvPr/>
        </p:nvSpPr>
        <p:spPr>
          <a:xfrm>
            <a:off x="608076" y="5120640"/>
            <a:ext cx="10972800" cy="685800"/>
          </a:xfrm>
          <a:prstGeom prst="roundRect">
            <a:avLst>
              <a:gd name="adj" fmla="val 3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608076" y="5120640"/>
            <a:ext cx="109728" cy="685800"/>
          </a:xfrm>
          <a:prstGeom prst="rect">
            <a:avLst/>
          </a:prstGeom>
          <a:solidFill>
            <a:srgbClr val="9E9E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ounded Rectangle 25"/>
          <p:cNvSpPr/>
          <p:nvPr/>
        </p:nvSpPr>
        <p:spPr>
          <a:xfrm>
            <a:off x="882396" y="5257800"/>
            <a:ext cx="2011680" cy="365760"/>
          </a:xfrm>
          <a:prstGeom prst="roundRect">
            <a:avLst>
              <a:gd name="adj" fmla="val 15000"/>
            </a:avLst>
          </a:prstGeom>
          <a:solidFill>
            <a:srgbClr val="9E9E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882396" y="5303520"/>
            <a:ext cx="2011680" cy="320040"/>
          </a:xfrm>
          <a:prstGeom prst="rect">
            <a:avLst/>
          </a:prstGeom>
          <a:noFill/>
        </p:spPr>
        <p:txBody>
          <a:bodyPr wrap="square">
            <a:spAutoFit/>
          </a:bodyPr>
          <a:lstStyle/>
          <a:p>
            <a:pPr algn="ctr">
              <a:defRPr sz="1300" b="1" i="0">
                <a:solidFill>
                  <a:srgbClr val="FFFFFF"/>
                </a:solidFill>
                <a:latin typeface="Tenorite"/>
              </a:defRPr>
            </a:pPr>
            <a:r>
              <a:t>NLP-Specific AutoML</a:t>
            </a:r>
          </a:p>
        </p:txBody>
      </p:sp>
      <p:sp>
        <p:nvSpPr>
          <p:cNvPr id="28" name="TextBox 27"/>
          <p:cNvSpPr txBox="1"/>
          <p:nvPr/>
        </p:nvSpPr>
        <p:spPr>
          <a:xfrm>
            <a:off x="3076956" y="5257800"/>
            <a:ext cx="8229600" cy="411480"/>
          </a:xfrm>
          <a:prstGeom prst="rect">
            <a:avLst/>
          </a:prstGeom>
          <a:noFill/>
        </p:spPr>
        <p:txBody>
          <a:bodyPr wrap="square">
            <a:spAutoFit/>
          </a:bodyPr>
          <a:lstStyle/>
          <a:p>
            <a:pPr algn="l">
              <a:defRPr sz="1400" b="0" i="0">
                <a:solidFill>
                  <a:srgbClr val="5A5A5A"/>
                </a:solidFill>
                <a:latin typeface="Tenorite"/>
              </a:defRPr>
            </a:pPr>
            <a:r>
              <a:t>Beyond our scenarios, AutoML has NLP-specific configurations worth understanding</a:t>
            </a:r>
          </a:p>
        </p:txBody>
      </p:sp>
      <p:sp>
        <p:nvSpPr>
          <p:cNvPr id="29" name="Rounded Rectangle 28"/>
          <p:cNvSpPr/>
          <p:nvPr/>
        </p:nvSpPr>
        <p:spPr>
          <a:xfrm>
            <a:off x="548640" y="5486400"/>
            <a:ext cx="11064240" cy="548640"/>
          </a:xfrm>
          <a:prstGeom prst="roundRect">
            <a:avLst>
              <a:gd name="adj" fmla="val 4000"/>
            </a:avLst>
          </a:prstGeom>
          <a:solidFill>
            <a:srgbClr val="0D21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822960" y="5559552"/>
            <a:ext cx="10515600" cy="411480"/>
          </a:xfrm>
          <a:prstGeom prst="rect">
            <a:avLst/>
          </a:prstGeom>
          <a:noFill/>
        </p:spPr>
        <p:txBody>
          <a:bodyPr wrap="square">
            <a:spAutoFit/>
          </a:bodyPr>
          <a:lstStyle/>
          <a:p>
            <a:pPr algn="l">
              <a:defRPr sz="1400" b="0" i="0">
                <a:solidFill>
                  <a:srgbClr val="FFFFFF"/>
                </a:solidFill>
                <a:latin typeface="Tenorite"/>
              </a:defRPr>
            </a:pPr>
            <a:r>
              <a:t>Complete at least one Microsoft Learn module for each gap. Use practice assessments and read the official study guide end-to-end.</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DP-100 Coverage Tracker and Next Steps</a:t>
            </a:r>
          </a:p>
        </p:txBody>
      </p:sp>
      <p:sp>
        <p:nvSpPr>
          <p:cNvPr id="3" name="TextBox 2"/>
          <p:cNvSpPr txBox="1"/>
          <p:nvPr/>
        </p:nvSpPr>
        <p:spPr>
          <a:xfrm>
            <a:off x="731520" y="1600200"/>
            <a:ext cx="2743200" cy="365760"/>
          </a:xfrm>
          <a:prstGeom prst="rect">
            <a:avLst/>
          </a:prstGeom>
          <a:noFill/>
        </p:spPr>
        <p:txBody>
          <a:bodyPr wrap="square">
            <a:spAutoFit/>
          </a:bodyPr>
          <a:lstStyle/>
          <a:p>
            <a:pPr algn="l">
              <a:defRPr sz="1400" b="1" i="0">
                <a:solidFill>
                  <a:srgbClr val="0D2137"/>
                </a:solidFill>
                <a:latin typeface="Tenorite"/>
              </a:defRPr>
            </a:pPr>
            <a:r>
              <a:t>Design &amp; Prepare</a:t>
            </a:r>
          </a:p>
        </p:txBody>
      </p:sp>
      <p:sp>
        <p:nvSpPr>
          <p:cNvPr id="4" name="Rounded Rectangle 3"/>
          <p:cNvSpPr/>
          <p:nvPr/>
        </p:nvSpPr>
        <p:spPr>
          <a:xfrm>
            <a:off x="3657600" y="1554480"/>
            <a:ext cx="7772400" cy="457200"/>
          </a:xfrm>
          <a:prstGeom prst="roundRect">
            <a:avLst>
              <a:gd name="adj" fmla="val 10000"/>
            </a:avLst>
          </a:prstGeom>
          <a:solidFill>
            <a:srgbClr val="E8E8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3657600" y="1554480"/>
            <a:ext cx="6606540" cy="457200"/>
          </a:xfrm>
          <a:prstGeom prst="roundRect">
            <a:avLst>
              <a:gd name="adj" fmla="val 10000"/>
            </a:avLst>
          </a:prstGeom>
          <a:solidFill>
            <a:srgbClr val="008CB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3657600" y="1618488"/>
            <a:ext cx="6606540" cy="320040"/>
          </a:xfrm>
          <a:prstGeom prst="rect">
            <a:avLst/>
          </a:prstGeom>
          <a:noFill/>
        </p:spPr>
        <p:txBody>
          <a:bodyPr wrap="square">
            <a:spAutoFit/>
          </a:bodyPr>
          <a:lstStyle/>
          <a:p>
            <a:pPr algn="ctr">
              <a:defRPr sz="1300" b="1" i="0">
                <a:solidFill>
                  <a:srgbClr val="FFFFFF"/>
                </a:solidFill>
                <a:latin typeface="Tenorite"/>
              </a:defRPr>
            </a:pPr>
            <a:r>
              <a:t>Module 1 &amp; 2</a:t>
            </a:r>
          </a:p>
        </p:txBody>
      </p:sp>
      <p:sp>
        <p:nvSpPr>
          <p:cNvPr id="7" name="TextBox 6"/>
          <p:cNvSpPr txBox="1"/>
          <p:nvPr/>
        </p:nvSpPr>
        <p:spPr>
          <a:xfrm>
            <a:off x="731520" y="2240279"/>
            <a:ext cx="2743200" cy="365760"/>
          </a:xfrm>
          <a:prstGeom prst="rect">
            <a:avLst/>
          </a:prstGeom>
          <a:noFill/>
        </p:spPr>
        <p:txBody>
          <a:bodyPr wrap="square">
            <a:spAutoFit/>
          </a:bodyPr>
          <a:lstStyle/>
          <a:p>
            <a:pPr algn="l">
              <a:defRPr sz="1400" b="1" i="0">
                <a:solidFill>
                  <a:srgbClr val="0D2137"/>
                </a:solidFill>
                <a:latin typeface="Tenorite"/>
              </a:defRPr>
            </a:pPr>
            <a:r>
              <a:t>Explore &amp; Experiment</a:t>
            </a:r>
          </a:p>
        </p:txBody>
      </p:sp>
      <p:sp>
        <p:nvSpPr>
          <p:cNvPr id="8" name="Rounded Rectangle 7"/>
          <p:cNvSpPr/>
          <p:nvPr/>
        </p:nvSpPr>
        <p:spPr>
          <a:xfrm>
            <a:off x="3657600" y="2194560"/>
            <a:ext cx="7772400" cy="457200"/>
          </a:xfrm>
          <a:prstGeom prst="roundRect">
            <a:avLst>
              <a:gd name="adj" fmla="val 10000"/>
            </a:avLst>
          </a:prstGeom>
          <a:solidFill>
            <a:srgbClr val="E8E8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3657600" y="2194560"/>
            <a:ext cx="6217920" cy="457200"/>
          </a:xfrm>
          <a:prstGeom prst="roundRect">
            <a:avLst>
              <a:gd name="adj" fmla="val 10000"/>
            </a:avLst>
          </a:prstGeom>
          <a:solidFill>
            <a:srgbClr val="00A5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3657600" y="2258568"/>
            <a:ext cx="6217920" cy="320040"/>
          </a:xfrm>
          <a:prstGeom prst="rect">
            <a:avLst/>
          </a:prstGeom>
          <a:noFill/>
        </p:spPr>
        <p:txBody>
          <a:bodyPr wrap="square">
            <a:spAutoFit/>
          </a:bodyPr>
          <a:lstStyle/>
          <a:p>
            <a:pPr algn="ctr">
              <a:defRPr sz="1300" b="1" i="0">
                <a:solidFill>
                  <a:srgbClr val="FFFFFF"/>
                </a:solidFill>
                <a:latin typeface="Tenorite"/>
              </a:defRPr>
            </a:pPr>
            <a:r>
              <a:t>Module 2 &amp; 3</a:t>
            </a:r>
          </a:p>
        </p:txBody>
      </p:sp>
      <p:sp>
        <p:nvSpPr>
          <p:cNvPr id="11" name="TextBox 10"/>
          <p:cNvSpPr txBox="1"/>
          <p:nvPr/>
        </p:nvSpPr>
        <p:spPr>
          <a:xfrm>
            <a:off x="731520" y="2880359"/>
            <a:ext cx="2743200" cy="365760"/>
          </a:xfrm>
          <a:prstGeom prst="rect">
            <a:avLst/>
          </a:prstGeom>
          <a:noFill/>
        </p:spPr>
        <p:txBody>
          <a:bodyPr wrap="square">
            <a:spAutoFit/>
          </a:bodyPr>
          <a:lstStyle/>
          <a:p>
            <a:pPr algn="l">
              <a:defRPr sz="1400" b="1" i="0">
                <a:solidFill>
                  <a:srgbClr val="0D2137"/>
                </a:solidFill>
                <a:latin typeface="Tenorite"/>
              </a:defRPr>
            </a:pPr>
            <a:r>
              <a:t>Train &amp; Deploy</a:t>
            </a:r>
          </a:p>
        </p:txBody>
      </p:sp>
      <p:sp>
        <p:nvSpPr>
          <p:cNvPr id="12" name="Rounded Rectangle 11"/>
          <p:cNvSpPr/>
          <p:nvPr/>
        </p:nvSpPr>
        <p:spPr>
          <a:xfrm>
            <a:off x="3657600" y="2834639"/>
            <a:ext cx="7772400" cy="457200"/>
          </a:xfrm>
          <a:prstGeom prst="roundRect">
            <a:avLst>
              <a:gd name="adj" fmla="val 10000"/>
            </a:avLst>
          </a:prstGeom>
          <a:solidFill>
            <a:srgbClr val="E8E8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ounded Rectangle 12"/>
          <p:cNvSpPr/>
          <p:nvPr/>
        </p:nvSpPr>
        <p:spPr>
          <a:xfrm>
            <a:off x="3657600" y="2834639"/>
            <a:ext cx="6606540" cy="457200"/>
          </a:xfrm>
          <a:prstGeom prst="roundRect">
            <a:avLst>
              <a:gd name="adj" fmla="val 10000"/>
            </a:avLst>
          </a:prstGeom>
          <a:solidFill>
            <a:srgbClr val="00A99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3657600" y="2898647"/>
            <a:ext cx="6606540" cy="320040"/>
          </a:xfrm>
          <a:prstGeom prst="rect">
            <a:avLst/>
          </a:prstGeom>
          <a:noFill/>
        </p:spPr>
        <p:txBody>
          <a:bodyPr wrap="square">
            <a:spAutoFit/>
          </a:bodyPr>
          <a:lstStyle/>
          <a:p>
            <a:pPr algn="ctr">
              <a:defRPr sz="1300" b="1" i="0">
                <a:solidFill>
                  <a:srgbClr val="FFFFFF"/>
                </a:solidFill>
                <a:latin typeface="Tenorite"/>
              </a:defRPr>
            </a:pPr>
            <a:r>
              <a:t>Module 3</a:t>
            </a:r>
          </a:p>
        </p:txBody>
      </p:sp>
      <p:sp>
        <p:nvSpPr>
          <p:cNvPr id="15" name="TextBox 14"/>
          <p:cNvSpPr txBox="1"/>
          <p:nvPr/>
        </p:nvSpPr>
        <p:spPr>
          <a:xfrm>
            <a:off x="731520" y="3520439"/>
            <a:ext cx="2743200" cy="365760"/>
          </a:xfrm>
          <a:prstGeom prst="rect">
            <a:avLst/>
          </a:prstGeom>
          <a:noFill/>
        </p:spPr>
        <p:txBody>
          <a:bodyPr wrap="square">
            <a:spAutoFit/>
          </a:bodyPr>
          <a:lstStyle/>
          <a:p>
            <a:pPr algn="l">
              <a:defRPr sz="1400" b="1" i="0">
                <a:solidFill>
                  <a:srgbClr val="0D2137"/>
                </a:solidFill>
                <a:latin typeface="Tenorite"/>
              </a:defRPr>
            </a:pPr>
            <a:r>
              <a:t>Optimize LLMs</a:t>
            </a:r>
          </a:p>
        </p:txBody>
      </p:sp>
      <p:sp>
        <p:nvSpPr>
          <p:cNvPr id="16" name="Rounded Rectangle 15"/>
          <p:cNvSpPr/>
          <p:nvPr/>
        </p:nvSpPr>
        <p:spPr>
          <a:xfrm>
            <a:off x="3657600" y="3474720"/>
            <a:ext cx="7772400" cy="457200"/>
          </a:xfrm>
          <a:prstGeom prst="roundRect">
            <a:avLst>
              <a:gd name="adj" fmla="val 10000"/>
            </a:avLst>
          </a:prstGeom>
          <a:solidFill>
            <a:srgbClr val="E8E8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ounded Rectangle 16"/>
          <p:cNvSpPr/>
          <p:nvPr/>
        </p:nvSpPr>
        <p:spPr>
          <a:xfrm>
            <a:off x="3657600" y="3474720"/>
            <a:ext cx="6217920" cy="457200"/>
          </a:xfrm>
          <a:prstGeom prst="roundRect">
            <a:avLst>
              <a:gd name="adj" fmla="val 10000"/>
            </a:avLst>
          </a:prstGeom>
          <a:solidFill>
            <a:srgbClr val="00B89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3657600" y="3538727"/>
            <a:ext cx="6217920" cy="320040"/>
          </a:xfrm>
          <a:prstGeom prst="rect">
            <a:avLst/>
          </a:prstGeom>
          <a:noFill/>
        </p:spPr>
        <p:txBody>
          <a:bodyPr wrap="square">
            <a:spAutoFit/>
          </a:bodyPr>
          <a:lstStyle/>
          <a:p>
            <a:pPr algn="ctr">
              <a:defRPr sz="1300" b="1" i="0">
                <a:solidFill>
                  <a:srgbClr val="FFFFFF"/>
                </a:solidFill>
                <a:latin typeface="Tenorite"/>
              </a:defRPr>
            </a:pPr>
            <a:r>
              <a:t>Module 4</a:t>
            </a:r>
          </a:p>
        </p:txBody>
      </p:sp>
      <p:sp>
        <p:nvSpPr>
          <p:cNvPr id="19" name="TextBox 18"/>
          <p:cNvSpPr txBox="1"/>
          <p:nvPr/>
        </p:nvSpPr>
        <p:spPr>
          <a:xfrm>
            <a:off x="548640" y="4206240"/>
            <a:ext cx="5486400" cy="320040"/>
          </a:xfrm>
          <a:prstGeom prst="rect">
            <a:avLst/>
          </a:prstGeom>
          <a:noFill/>
        </p:spPr>
        <p:txBody>
          <a:bodyPr wrap="square">
            <a:spAutoFit/>
          </a:bodyPr>
          <a:lstStyle/>
          <a:p>
            <a:pPr algn="l">
              <a:defRPr sz="1800" b="1" i="0">
                <a:solidFill>
                  <a:srgbClr val="0D2137"/>
                </a:solidFill>
                <a:latin typeface="Tenorite"/>
              </a:defRPr>
            </a:pPr>
            <a:r>
              <a:t>Your Next Steps</a:t>
            </a:r>
          </a:p>
        </p:txBody>
      </p:sp>
      <p:sp>
        <p:nvSpPr>
          <p:cNvPr id="20" name="Rounded Rectangle 19"/>
          <p:cNvSpPr/>
          <p:nvPr/>
        </p:nvSpPr>
        <p:spPr>
          <a:xfrm>
            <a:off x="548640" y="4663440"/>
            <a:ext cx="5303520" cy="457200"/>
          </a:xfrm>
          <a:prstGeom prst="roundRect">
            <a:avLst>
              <a:gd name="adj" fmla="val 4000"/>
            </a:avLst>
          </a:prstGeom>
          <a:solidFill>
            <a:srgbClr val="FFFFFF"/>
          </a:solidFill>
          <a:ln w="19050">
            <a:solidFill>
              <a:srgbClr val="008CB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Oval 20"/>
          <p:cNvSpPr/>
          <p:nvPr/>
        </p:nvSpPr>
        <p:spPr>
          <a:xfrm>
            <a:off x="640080" y="4732020"/>
            <a:ext cx="320040" cy="320040"/>
          </a:xfrm>
          <a:prstGeom prst="ellipse">
            <a:avLst/>
          </a:prstGeom>
          <a:solidFill>
            <a:srgbClr val="008CB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40080" y="4750307"/>
            <a:ext cx="320040" cy="274320"/>
          </a:xfrm>
          <a:prstGeom prst="rect">
            <a:avLst/>
          </a:prstGeom>
          <a:noFill/>
        </p:spPr>
        <p:txBody>
          <a:bodyPr wrap="square">
            <a:spAutoFit/>
          </a:bodyPr>
          <a:lstStyle/>
          <a:p>
            <a:pPr algn="ctr">
              <a:defRPr sz="1400" b="1" i="0">
                <a:solidFill>
                  <a:srgbClr val="FFFFFF"/>
                </a:solidFill>
                <a:latin typeface="Tenorite"/>
              </a:defRPr>
            </a:pPr>
            <a:r>
              <a:t>A</a:t>
            </a:r>
          </a:p>
        </p:txBody>
      </p:sp>
      <p:sp>
        <p:nvSpPr>
          <p:cNvPr id="23" name="TextBox 22"/>
          <p:cNvSpPr txBox="1"/>
          <p:nvPr/>
        </p:nvSpPr>
        <p:spPr>
          <a:xfrm>
            <a:off x="1097280" y="4736592"/>
            <a:ext cx="4572000" cy="320040"/>
          </a:xfrm>
          <a:prstGeom prst="rect">
            <a:avLst/>
          </a:prstGeom>
          <a:noFill/>
        </p:spPr>
        <p:txBody>
          <a:bodyPr wrap="square">
            <a:spAutoFit/>
          </a:bodyPr>
          <a:lstStyle/>
          <a:p>
            <a:pPr algn="l">
              <a:defRPr sz="1400" b="0" i="0">
                <a:solidFill>
                  <a:srgbClr val="5A5A5A"/>
                </a:solidFill>
                <a:latin typeface="Tenorite"/>
              </a:defRPr>
            </a:pPr>
            <a:r>
              <a:t>Review this deck with the DP-100 study guide beside you</a:t>
            </a:r>
          </a:p>
        </p:txBody>
      </p:sp>
      <p:sp>
        <p:nvSpPr>
          <p:cNvPr id="24" name="Rounded Rectangle 23"/>
          <p:cNvSpPr/>
          <p:nvPr/>
        </p:nvSpPr>
        <p:spPr>
          <a:xfrm>
            <a:off x="548640" y="5230368"/>
            <a:ext cx="5303520" cy="457200"/>
          </a:xfrm>
          <a:prstGeom prst="roundRect">
            <a:avLst>
              <a:gd name="adj" fmla="val 4000"/>
            </a:avLst>
          </a:prstGeom>
          <a:solidFill>
            <a:srgbClr val="FFFFFF"/>
          </a:solidFill>
          <a:ln w="19050">
            <a:solidFill>
              <a:srgbClr val="00A5B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Oval 24"/>
          <p:cNvSpPr/>
          <p:nvPr/>
        </p:nvSpPr>
        <p:spPr>
          <a:xfrm>
            <a:off x="640080" y="5298948"/>
            <a:ext cx="320040" cy="320040"/>
          </a:xfrm>
          <a:prstGeom prst="ellipse">
            <a:avLst/>
          </a:prstGeom>
          <a:solidFill>
            <a:srgbClr val="00A5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640080" y="5317236"/>
            <a:ext cx="320040" cy="274320"/>
          </a:xfrm>
          <a:prstGeom prst="rect">
            <a:avLst/>
          </a:prstGeom>
          <a:noFill/>
        </p:spPr>
        <p:txBody>
          <a:bodyPr wrap="square">
            <a:spAutoFit/>
          </a:bodyPr>
          <a:lstStyle/>
          <a:p>
            <a:pPr algn="ctr">
              <a:defRPr sz="1400" b="1" i="0">
                <a:solidFill>
                  <a:srgbClr val="FFFFFF"/>
                </a:solidFill>
                <a:latin typeface="Tenorite"/>
              </a:defRPr>
            </a:pPr>
            <a:r>
              <a:t>B</a:t>
            </a:r>
          </a:p>
        </p:txBody>
      </p:sp>
      <p:sp>
        <p:nvSpPr>
          <p:cNvPr id="27" name="TextBox 26"/>
          <p:cNvSpPr txBox="1"/>
          <p:nvPr/>
        </p:nvSpPr>
        <p:spPr>
          <a:xfrm>
            <a:off x="1097280" y="5303520"/>
            <a:ext cx="4572000" cy="320040"/>
          </a:xfrm>
          <a:prstGeom prst="rect">
            <a:avLst/>
          </a:prstGeom>
          <a:noFill/>
        </p:spPr>
        <p:txBody>
          <a:bodyPr wrap="square">
            <a:spAutoFit/>
          </a:bodyPr>
          <a:lstStyle/>
          <a:p>
            <a:pPr algn="l">
              <a:defRPr sz="1400" b="0" i="0">
                <a:solidFill>
                  <a:srgbClr val="5A5A5A"/>
                </a:solidFill>
                <a:latin typeface="Tenorite"/>
              </a:defRPr>
            </a:pPr>
            <a:r>
              <a:t>Identify 3-5 bullets where you still feel unsure</a:t>
            </a:r>
          </a:p>
        </p:txBody>
      </p:sp>
      <p:sp>
        <p:nvSpPr>
          <p:cNvPr id="28" name="Rounded Rectangle 27"/>
          <p:cNvSpPr/>
          <p:nvPr/>
        </p:nvSpPr>
        <p:spPr>
          <a:xfrm>
            <a:off x="6309360" y="4663440"/>
            <a:ext cx="5303520" cy="457200"/>
          </a:xfrm>
          <a:prstGeom prst="roundRect">
            <a:avLst>
              <a:gd name="adj" fmla="val 4000"/>
            </a:avLst>
          </a:prstGeom>
          <a:solidFill>
            <a:srgbClr val="FFFFFF"/>
          </a:solidFill>
          <a:ln w="19050">
            <a:solidFill>
              <a:srgbClr val="00A99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Oval 28"/>
          <p:cNvSpPr/>
          <p:nvPr/>
        </p:nvSpPr>
        <p:spPr>
          <a:xfrm>
            <a:off x="6400800" y="4732020"/>
            <a:ext cx="320040" cy="320040"/>
          </a:xfrm>
          <a:prstGeom prst="ellipse">
            <a:avLst/>
          </a:prstGeom>
          <a:solidFill>
            <a:srgbClr val="00A99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6400800" y="4750307"/>
            <a:ext cx="320040" cy="274320"/>
          </a:xfrm>
          <a:prstGeom prst="rect">
            <a:avLst/>
          </a:prstGeom>
          <a:noFill/>
        </p:spPr>
        <p:txBody>
          <a:bodyPr wrap="square">
            <a:spAutoFit/>
          </a:bodyPr>
          <a:lstStyle/>
          <a:p>
            <a:pPr algn="ctr">
              <a:defRPr sz="1400" b="1" i="0">
                <a:solidFill>
                  <a:srgbClr val="FFFFFF"/>
                </a:solidFill>
                <a:latin typeface="Tenorite"/>
              </a:defRPr>
            </a:pPr>
            <a:r>
              <a:t>C</a:t>
            </a:r>
          </a:p>
        </p:txBody>
      </p:sp>
      <p:sp>
        <p:nvSpPr>
          <p:cNvPr id="31" name="TextBox 30"/>
          <p:cNvSpPr txBox="1"/>
          <p:nvPr/>
        </p:nvSpPr>
        <p:spPr>
          <a:xfrm>
            <a:off x="6858000" y="4736592"/>
            <a:ext cx="4572000" cy="320040"/>
          </a:xfrm>
          <a:prstGeom prst="rect">
            <a:avLst/>
          </a:prstGeom>
          <a:noFill/>
        </p:spPr>
        <p:txBody>
          <a:bodyPr wrap="square">
            <a:spAutoFit/>
          </a:bodyPr>
          <a:lstStyle/>
          <a:p>
            <a:pPr algn="l">
              <a:defRPr sz="1400" b="0" i="0">
                <a:solidFill>
                  <a:srgbClr val="5A5A5A"/>
                </a:solidFill>
                <a:latin typeface="Tenorite"/>
              </a:defRPr>
            </a:pPr>
            <a:r>
              <a:t>Plan targeted practice labs or reading for those areas</a:t>
            </a:r>
          </a:p>
        </p:txBody>
      </p:sp>
      <p:sp>
        <p:nvSpPr>
          <p:cNvPr id="32" name="Rounded Rectangle 31"/>
          <p:cNvSpPr/>
          <p:nvPr/>
        </p:nvSpPr>
        <p:spPr>
          <a:xfrm>
            <a:off x="6309360" y="5230368"/>
            <a:ext cx="5303520" cy="457200"/>
          </a:xfrm>
          <a:prstGeom prst="roundRect">
            <a:avLst>
              <a:gd name="adj" fmla="val 4000"/>
            </a:avLst>
          </a:prstGeom>
          <a:solidFill>
            <a:srgbClr val="FFFFFF"/>
          </a:solidFill>
          <a:ln w="19050">
            <a:solidFill>
              <a:srgbClr val="00B89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Oval 32"/>
          <p:cNvSpPr/>
          <p:nvPr/>
        </p:nvSpPr>
        <p:spPr>
          <a:xfrm>
            <a:off x="6400800" y="5298948"/>
            <a:ext cx="320040" cy="320040"/>
          </a:xfrm>
          <a:prstGeom prst="ellipse">
            <a:avLst/>
          </a:prstGeom>
          <a:solidFill>
            <a:srgbClr val="00B89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6400800" y="5317236"/>
            <a:ext cx="320040" cy="274320"/>
          </a:xfrm>
          <a:prstGeom prst="rect">
            <a:avLst/>
          </a:prstGeom>
          <a:noFill/>
        </p:spPr>
        <p:txBody>
          <a:bodyPr wrap="square">
            <a:spAutoFit/>
          </a:bodyPr>
          <a:lstStyle/>
          <a:p>
            <a:pPr algn="ctr">
              <a:defRPr sz="1400" b="1" i="0">
                <a:solidFill>
                  <a:srgbClr val="FFFFFF"/>
                </a:solidFill>
                <a:latin typeface="Tenorite"/>
              </a:defRPr>
            </a:pPr>
            <a:r>
              <a:t>D</a:t>
            </a:r>
          </a:p>
        </p:txBody>
      </p:sp>
      <p:sp>
        <p:nvSpPr>
          <p:cNvPr id="35" name="TextBox 34"/>
          <p:cNvSpPr txBox="1"/>
          <p:nvPr/>
        </p:nvSpPr>
        <p:spPr>
          <a:xfrm>
            <a:off x="6858000" y="5303520"/>
            <a:ext cx="4572000" cy="320040"/>
          </a:xfrm>
          <a:prstGeom prst="rect">
            <a:avLst/>
          </a:prstGeom>
          <a:noFill/>
        </p:spPr>
        <p:txBody>
          <a:bodyPr wrap="square">
            <a:spAutoFit/>
          </a:bodyPr>
          <a:lstStyle/>
          <a:p>
            <a:pPr algn="l">
              <a:defRPr sz="1400" b="0" i="0">
                <a:solidFill>
                  <a:srgbClr val="5A5A5A"/>
                </a:solidFill>
                <a:latin typeface="Tenorite"/>
              </a:defRPr>
            </a:pPr>
            <a:r>
              <a:t>Take a timed practice exam once you feel ready</a:t>
            </a:r>
          </a:p>
        </p:txBody>
      </p:sp>
      <p:sp>
        <p:nvSpPr>
          <p:cNvPr id="36" name="TextBox 35"/>
          <p:cNvSpPr txBox="1"/>
          <p:nvPr/>
        </p:nvSpPr>
        <p:spPr>
          <a:xfrm>
            <a:off x="548640" y="5760720"/>
            <a:ext cx="11064240" cy="320040"/>
          </a:xfrm>
          <a:prstGeom prst="rect">
            <a:avLst/>
          </a:prstGeom>
          <a:noFill/>
        </p:spPr>
        <p:txBody>
          <a:bodyPr wrap="square">
            <a:spAutoFit/>
          </a:bodyPr>
          <a:lstStyle/>
          <a:p>
            <a:pPr algn="ctr">
              <a:defRPr sz="1400" b="1" i="1">
                <a:solidFill>
                  <a:srgbClr val="0D2137"/>
                </a:solidFill>
                <a:latin typeface="Tenorite"/>
              </a:defRPr>
            </a:pPr>
            <a:r>
              <a:t>The exam rewards people who have actually used the tools. Use Claude.Bricks to anchor your memory.</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DP-100 Skills Coverage Tracker</a:t>
            </a:r>
          </a:p>
        </p:txBody>
      </p:sp>
      <p:sp>
        <p:nvSpPr>
          <p:cNvPr id="3" name="TextBox 2"/>
          <p:cNvSpPr txBox="1"/>
          <p:nvPr/>
        </p:nvSpPr>
        <p:spPr>
          <a:xfrm>
            <a:off x="457200" y="1417320"/>
            <a:ext cx="11247120" cy="320040"/>
          </a:xfrm>
          <a:prstGeom prst="rect">
            <a:avLst/>
          </a:prstGeom>
          <a:noFill/>
        </p:spPr>
        <p:txBody>
          <a:bodyPr wrap="square">
            <a:spAutoFit/>
          </a:bodyPr>
          <a:lstStyle/>
          <a:p>
            <a:pPr algn="ctr">
              <a:defRPr sz="1400" b="0" i="1">
                <a:solidFill>
                  <a:srgbClr val="9E9E9E"/>
                </a:solidFill>
                <a:latin typeface="Tenorite"/>
              </a:defRPr>
            </a:pPr>
            <a:r>
              <a:t>Comprehensive checklist mapping every DP-100 study guide skill</a:t>
            </a:r>
          </a:p>
        </p:txBody>
      </p:sp>
      <p:pic>
        <p:nvPicPr>
          <p:cNvPr id="4" name="Picture 3" descr="10-dp100-coverage-tracker-v2-cropped.png"/>
          <p:cNvPicPr>
            <a:picLocks noChangeAspect="1"/>
          </p:cNvPicPr>
          <p:nvPr/>
        </p:nvPicPr>
        <p:blipFill>
          <a:blip r:embed="rId2"/>
          <a:stretch>
            <a:fillRect/>
          </a:stretch>
        </p:blipFill>
        <p:spPr>
          <a:xfrm>
            <a:off x="3364701" y="1874519"/>
            <a:ext cx="5459549" cy="4572000"/>
          </a:xfrm>
          <a:prstGeom prst="rect">
            <a:avLst/>
          </a:prstGeom>
        </p:spPr>
      </p:pic>
    </p:spTree>
  </p:cSld>
  <p:clrMapOvr>
    <a:masterClrMapping/>
  </p:clrMapOvr>
</p:sld>
</file>

<file path=ppt/theme/theme1.xml><?xml version="1.0" encoding="utf-8"?>
<a:theme xmlns:a="http://schemas.openxmlformats.org/drawingml/2006/main" name="1_AHEAD 2024 Theme">
  <a:themeElements>
    <a:clrScheme name="AHEAD-2024">
      <a:dk1>
        <a:srgbClr val="102033"/>
      </a:dk1>
      <a:lt1>
        <a:srgbClr val="FFFFFF"/>
      </a:lt1>
      <a:dk2>
        <a:srgbClr val="123A61"/>
      </a:dk2>
      <a:lt2>
        <a:srgbClr val="ECF1F3"/>
      </a:lt2>
      <a:accent1>
        <a:srgbClr val="009FDC"/>
      </a:accent1>
      <a:accent2>
        <a:srgbClr val="1C4CBF"/>
      </a:accent2>
      <a:accent3>
        <a:srgbClr val="00B388"/>
      </a:accent3>
      <a:accent4>
        <a:srgbClr val="006666"/>
      </a:accent4>
      <a:accent5>
        <a:srgbClr val="FAC849"/>
      </a:accent5>
      <a:accent6>
        <a:srgbClr val="113A60"/>
      </a:accent6>
      <a:hlink>
        <a:srgbClr val="009FDC"/>
      </a:hlink>
      <a:folHlink>
        <a:srgbClr val="123A61"/>
      </a:folHlink>
    </a:clrScheme>
    <a:fontScheme name="Custom 1">
      <a:majorFont>
        <a:latin typeface="Tenorite"/>
        <a:ea typeface=""/>
        <a:cs typeface=""/>
      </a:majorFont>
      <a:minorFont>
        <a:latin typeface="Tenorite"/>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1"/>
        </a:solidFill>
        <a:ln w="0" cap="flat">
          <a:noFill/>
          <a:prstDash val="solid"/>
          <a:miter/>
        </a:ln>
      </a:spPr>
      <a:bodyPr rtlCol="0" anchor="ctr"/>
      <a:lstStyle>
        <a:defPPr algn="l">
          <a:defRPr dirty="0"/>
        </a:defPPr>
      </a:lstStyle>
    </a:sp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Exec Deck Slide Master">
  <a:themeElements>
    <a:clrScheme name="AHEAD-2024">
      <a:dk1>
        <a:srgbClr val="102033"/>
      </a:dk1>
      <a:lt1>
        <a:srgbClr val="FFFFFF"/>
      </a:lt1>
      <a:dk2>
        <a:srgbClr val="123A61"/>
      </a:dk2>
      <a:lt2>
        <a:srgbClr val="ECF1F3"/>
      </a:lt2>
      <a:accent1>
        <a:srgbClr val="009FDC"/>
      </a:accent1>
      <a:accent2>
        <a:srgbClr val="1C4CBF"/>
      </a:accent2>
      <a:accent3>
        <a:srgbClr val="00B388"/>
      </a:accent3>
      <a:accent4>
        <a:srgbClr val="006666"/>
      </a:accent4>
      <a:accent5>
        <a:srgbClr val="FAC849"/>
      </a:accent5>
      <a:accent6>
        <a:srgbClr val="113A60"/>
      </a:accent6>
      <a:hlink>
        <a:srgbClr val="009FDC"/>
      </a:hlink>
      <a:folHlink>
        <a:srgbClr val="123A61"/>
      </a:folHlink>
    </a:clrScheme>
    <a:fontScheme name="Custom 1">
      <a:majorFont>
        <a:latin typeface="Tenorite"/>
        <a:ea typeface=""/>
        <a:cs typeface=""/>
      </a:majorFont>
      <a:minorFont>
        <a:latin typeface="Tenorite"/>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1"/>
        </a:solidFill>
        <a:ln w="0" cap="flat">
          <a:noFill/>
          <a:prstDash val="solid"/>
          <a:miter/>
        </a:ln>
      </a:spPr>
      <a:bodyPr rtlCol="0" anchor="ctr"/>
      <a:lstStyle>
        <a:defPPr algn="l">
          <a:defRPr dirty="0"/>
        </a:defPPr>
      </a:lstStyle>
    </a:sp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843DE094-0A28-8145-A805-EA5D46573DF3}">
  <we:reference id="d2164860-9689-45e3-a1e5-90c76032056e" version="2.0.0.4" store="EXCatalog" storeType="EXCatalog"/>
  <we:alternateReferences/>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_rels/item5.xml.rels><?xml version="1.0" encoding="UTF-8" standalone="yes"?>
<Relationships xmlns="http://schemas.openxmlformats.org/package/2006/relationships"><Relationship Id="rId1" Type="http://schemas.openxmlformats.org/officeDocument/2006/relationships/customXmlProps" Target="itemProps5.xml"/></Relationships>
</file>

<file path=customXml/_rels/item6.xml.rels><?xml version="1.0" encoding="UTF-8" standalone="yes"?>
<Relationships xmlns="http://schemas.openxmlformats.org/package/2006/relationships"><Relationship Id="rId1" Type="http://schemas.openxmlformats.org/officeDocument/2006/relationships/customXmlProps" Target="itemProps6.xml"/></Relationships>
</file>

<file path=customXml/_rels/item7.xml.rels><?xml version="1.0" encoding="UTF-8" standalone="yes"?>
<Relationships xmlns="http://schemas.openxmlformats.org/package/2006/relationships"><Relationship Id="rId1" Type="http://schemas.openxmlformats.org/officeDocument/2006/relationships/customXmlProps" Target="itemProps7.xml"/></Relationships>
</file>

<file path=customXml/item1.xml><?xml version="1.0" encoding="utf-8"?>
<TemplafySlideTemplateConfiguration><![CDATA[{"slideVersion":1,"isValidatorEnabled":false,"isLocked":false,"elementsMetadata":[],"slideId":"1104104847178203148","enableDocumentContentUpdater":false,"version":"2.0"}]]></TemplafySlideTemplateConfiguration>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TemplafySlideTemplateConfiguration><![CDATA[{"slideVersion":1,"isValidatorEnabled":false,"isLocked":false,"elementsMetadata":[],"slideId":"1104104847178203143","enableDocumentContentUpdater":false,"version":"2.0"}]]></TemplafySlideTemplateConfiguration>
</file>

<file path=customXml/item4.xml><?xml version="1.0" encoding="utf-8"?>
<TemplafySlideFormConfiguration><![CDATA[{"formFields":[],"formDataEntries":[]}]]></TemplafySlideFormConfiguration>
</file>

<file path=customXml/item5.xml><?xml version="1.0" encoding="utf-8"?>
<ct:contentTypeSchema xmlns:ct="http://schemas.microsoft.com/office/2006/metadata/contentType" xmlns:ma="http://schemas.microsoft.com/office/2006/metadata/properties/metaAttributes" ct:_="" ma:_="" ma:contentTypeName="Document" ma:contentTypeID="0x010100492F905E9E8DC14FB43560307D49CB33" ma:contentTypeVersion="51" ma:contentTypeDescription="Create a new document." ma:contentTypeScope="" ma:versionID="51fabae7f1ea411cbb42bbfeb6c68bc0">
  <xsd:schema xmlns:xsd="http://www.w3.org/2001/XMLSchema" xmlns:xs="http://www.w3.org/2001/XMLSchema" xmlns:p="http://schemas.microsoft.com/office/2006/metadata/properties" xmlns:ns1="http://schemas.microsoft.com/sharepoint/v3" xmlns:ns2="4f95f2c0-787e-4d97-90ba-a297a97d37f8" xmlns:ns3="42d9ca04-8c52-4a81-916f-82166b4364cf" targetNamespace="http://schemas.microsoft.com/office/2006/metadata/properties" ma:root="true" ma:fieldsID="3145fc3c59b82bd00e5e521222dfa592" ns1:_="" ns2:_="" ns3:_="">
    <xsd:import namespace="http://schemas.microsoft.com/sharepoint/v3"/>
    <xsd:import namespace="4f95f2c0-787e-4d97-90ba-a297a97d37f8"/>
    <xsd:import namespace="42d9ca04-8c52-4a81-916f-82166b4364cf"/>
    <xsd:element name="properties">
      <xsd:complexType>
        <xsd:sequence>
          <xsd:element name="documentManagement">
            <xsd:complexType>
              <xsd:all>
                <xsd:element ref="ns2:Practice" minOccurs="0"/>
                <xsd:element ref="ns2:Intended_x0020_Use" minOccurs="0"/>
                <xsd:element ref="ns2:Project_x0020_Type" minOccurs="0"/>
                <xsd:element ref="ns2:Output_x0020_Example" minOccurs="0"/>
                <xsd:element ref="ns2:PowerPointPresentationType" minOccurs="0"/>
                <xsd:element ref="ns2:PresentationType" minOccurs="0"/>
                <xsd:element ref="ns2:MediaServiceMetadata" minOccurs="0"/>
                <xsd:element ref="ns2:MediaServiceFastMetadata" minOccurs="0"/>
                <xsd:element ref="ns2:MediaServiceAutoTags" minOccurs="0"/>
                <xsd:element ref="ns2:MediaServiceDateTaken" minOccurs="0"/>
                <xsd:element ref="ns2:MediaServiceLocation" minOccurs="0"/>
                <xsd:element ref="ns2:MediaServiceOCR" minOccurs="0"/>
                <xsd:element ref="ns2:MediaServiceAutoKeyPoints" minOccurs="0"/>
                <xsd:element ref="ns2:MediaServiceKeyPoints" minOccurs="0"/>
                <xsd:element ref="ns3:SharedWithUsers" minOccurs="0"/>
                <xsd:element ref="ns3:SharedWithDetails" minOccurs="0"/>
                <xsd:element ref="ns2:MediaServiceGenerationTime" minOccurs="0"/>
                <xsd:element ref="ns2:MediaServiceEventHashCode" minOccurs="0"/>
                <xsd:element ref="ns1:_ip_UnifiedCompliancePolicyProperties" minOccurs="0"/>
                <xsd:element ref="ns1:_ip_UnifiedCompliancePolicyUIAction" minOccurs="0"/>
                <xsd:element ref="ns2:Perspective" minOccurs="0"/>
                <xsd:element ref="ns2:MediaLengthInSeconds" minOccurs="0"/>
                <xsd:element ref="ns2:Role" minOccurs="0"/>
                <xsd:element ref="ns2:Asset_x0020_Type" minOccurs="0"/>
                <xsd:element ref="ns2:AssetType" minOccurs="0"/>
                <xsd:element ref="ns3:TaxCatchAll" minOccurs="0"/>
                <xsd:element ref="ns2:ca970d4c6d464080af55a7a013972006" minOccurs="0"/>
                <xsd:element ref="ns2:lcf76f155ced4ddcb4097134ff3c332f" minOccurs="0"/>
                <xsd:element ref="ns2:i2ff82b26cfb4be298d021c788a3ca6a" minOccurs="0"/>
                <xsd:element ref="ns2:jd5a7045629940af93fc9db33636d1af" minOccurs="0"/>
                <xsd:element ref="ns2:n4b957c73f56462fa7fe4db944660601" minOccurs="0"/>
                <xsd:element ref="ns2:m8c26c3da6e541b2a9c0cdc243a6344a" minOccurs="0"/>
                <xsd:element ref="ns2:MediaServiceObjectDetectorVersions" minOccurs="0"/>
                <xsd:element ref="ns3:TaxKeywordTaxHTField" minOccurs="0"/>
                <xsd:element ref="ns2:f3d5c3fdac4e42f2ba7d4603fec04285" minOccurs="0"/>
                <xsd:element ref="ns2:MediaServiceSearchProperties" minOccurs="0"/>
                <xsd:element ref="ns2:Evaluation" minOccurs="0"/>
                <xsd:element ref="ns2:PolicyTyp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4f95f2c0-787e-4d97-90ba-a297a97d37f8" elementFormDefault="qualified">
    <xsd:import namespace="http://schemas.microsoft.com/office/2006/documentManagement/types"/>
    <xsd:import namespace="http://schemas.microsoft.com/office/infopath/2007/PartnerControls"/>
    <xsd:element name="Practice" ma:index="2" nillable="true" ma:displayName="Legacy Practice" ma:format="Dropdown" ma:indexed="true" ma:internalName="Practice">
      <xsd:simpleType>
        <xsd:restriction base="dms:Choice">
          <xsd:enumeration value="Cloud"/>
          <xsd:enumeration value="Managed Services"/>
          <xsd:enumeration value="Data Center"/>
          <xsd:enumeration value="ESM"/>
          <xsd:enumeration value="EM&amp;A"/>
          <xsd:enumeration value="Security"/>
          <xsd:enumeration value="Advisory"/>
          <xsd:enumeration value="AHEAD"/>
        </xsd:restriction>
      </xsd:simpleType>
    </xsd:element>
    <xsd:element name="Intended_x0020_Use" ma:index="3" nillable="true" ma:displayName="Intended Use" ma:format="Dropdown" ma:internalName="Intended_x0020_Use" ma:readOnly="false">
      <xsd:simpleType>
        <xsd:restriction base="dms:Choice">
          <xsd:enumeration value="Internal Only"/>
          <xsd:enumeration value="Internal &amp; External"/>
        </xsd:restriction>
      </xsd:simpleType>
    </xsd:element>
    <xsd:element name="Project_x0020_Type" ma:index="4" nillable="true" ma:displayName="Project Type" ma:format="Dropdown" ma:internalName="Project_x0020_Type" ma:readOnly="false">
      <xsd:simpleType>
        <xsd:restriction base="dms:Choice">
          <xsd:enumeration value="Product"/>
          <xsd:enumeration value="Services"/>
          <xsd:enumeration value="Advisory"/>
          <xsd:enumeration value="Product &amp; Services"/>
          <xsd:enumeration value="Multi-Practice"/>
        </xsd:restriction>
      </xsd:simpleType>
    </xsd:element>
    <xsd:element name="Output_x0020_Example" ma:index="5" nillable="true" ma:displayName="Output Example" ma:internalName="Output_x0020_Example" ma:readOnly="false">
      <xsd:complexType>
        <xsd:complexContent>
          <xsd:extension base="dms:MultiChoice">
            <xsd:sequence>
              <xsd:element name="Value" maxOccurs="unbounded" minOccurs="0" nillable="true">
                <xsd:simpleType>
                  <xsd:restriction base="dms:Choice">
                    <xsd:enumeration value="Vision Statement"/>
                    <xsd:enumeration value="Environment Assessment"/>
                    <xsd:enumeration value="Current State"/>
                    <xsd:enumeration value="Industry research"/>
                    <xsd:enumeration value="Briefing &amp;/or Workshop"/>
                    <xsd:enumeration value="Opportunity Roadmap"/>
                    <xsd:enumeration value="Impact Assessment"/>
                    <xsd:enumeration value="Risk Analysis"/>
                    <xsd:enumeration value="Operating Environment"/>
                    <xsd:enumeration value="Value Proposition"/>
                    <xsd:enumeration value="Roles &amp; Responsibilities"/>
                    <xsd:enumeration value="Proposal"/>
                  </xsd:restriction>
                </xsd:simpleType>
              </xsd:element>
            </xsd:sequence>
          </xsd:extension>
        </xsd:complexContent>
      </xsd:complexType>
    </xsd:element>
    <xsd:element name="PowerPointPresentationType" ma:index="6" nillable="true" ma:displayName="PowerPoint Presentation Type" ma:format="Dropdown" ma:internalName="PowerPointPresentationType" ma:readOnly="false">
      <xsd:simpleType>
        <xsd:restriction base="dms:Choice">
          <xsd:enumeration value="Practices and Solutions"/>
          <xsd:enumeration value="Other PowerPoint Presentations"/>
        </xsd:restriction>
      </xsd:simpleType>
    </xsd:element>
    <xsd:element name="PresentationType" ma:index="7" nillable="true" ma:displayName="Presentation Type" ma:format="Dropdown" ma:internalName="PresentationType" ma:readOnly="false">
      <xsd:simpleType>
        <xsd:restriction base="dms:Choice">
          <xsd:enumeration value="Practices and Solutions"/>
          <xsd:enumeration value="Other PowerPoint Presentations"/>
        </xsd:restriction>
      </xsd:simple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hidden="true" ma:internalName="MediaServiceAutoTags" ma:readOnly="true">
      <xsd:simpleType>
        <xsd:restriction base="dms:Text"/>
      </xsd:simpleType>
    </xsd:element>
    <xsd:element name="MediaServiceDateTaken" ma:index="11" nillable="true" ma:displayName="MediaServiceDateTaken" ma:hidden="true" ma:internalName="MediaServiceDateTaken" ma:readOnly="true">
      <xsd:simpleType>
        <xsd:restriction base="dms:Text"/>
      </xsd:simpleType>
    </xsd:element>
    <xsd:element name="MediaServiceLocation" ma:index="12" nillable="true" ma:displayName="Location" ma:hidden="true" ma:internalName="MediaServiceLocation" ma:readOnly="true">
      <xsd:simpleType>
        <xsd:restriction base="dms:Text"/>
      </xsd:simpleType>
    </xsd:element>
    <xsd:element name="MediaServiceOCR" ma:index="13" nillable="true" ma:displayName="Extracted Text" ma:hidden="true" ma:internalName="MediaServiceOCR" ma:readOnly="true">
      <xsd:simpleType>
        <xsd:restriction base="dms:Note"/>
      </xsd:simpleType>
    </xsd:element>
    <xsd:element name="MediaServiceAutoKeyPoints" ma:index="14" nillable="true" ma:displayName="MediaServiceAutoKeyPoints" ma:hidden="true" ma:internalName="MediaServiceAutoKeyPoints" ma:readOnly="true">
      <xsd:simpleType>
        <xsd:restriction base="dms:Note"/>
      </xsd:simpleType>
    </xsd:element>
    <xsd:element name="MediaServiceKeyPoints" ma:index="15" nillable="true" ma:displayName="KeyPoints" ma:hidden="true" ma:internalName="MediaServiceKeyPoints" ma:readOnly="true">
      <xsd:simpleType>
        <xsd:restriction base="dms:Note"/>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Perspective" ma:index="26" nillable="true" ma:displayName="Perspective" ma:format="Dropdown" ma:hidden="true" ma:internalName="Perspective" ma:readOnly="false">
      <xsd:simpleType>
        <xsd:restriction base="dms:Text">
          <xsd:maxLength value="255"/>
        </xsd:restriction>
      </xsd:simpleType>
    </xsd:element>
    <xsd:element name="MediaLengthInSeconds" ma:index="29" nillable="true" ma:displayName="Length (seconds)" ma:internalName="MediaLengthInSeconds" ma:readOnly="true">
      <xsd:simpleType>
        <xsd:restriction base="dms:Unknown"/>
      </xsd:simpleType>
    </xsd:element>
    <xsd:element name="Role" ma:index="30" nillable="true" ma:displayName="Role" ma:format="Dropdown" ma:internalName="Role">
      <xsd:simpleType>
        <xsd:restriction base="dms:Choice">
          <xsd:enumeration value="Sales"/>
          <xsd:enumeration value="Presales"/>
          <xsd:enumeration value="Advisory"/>
          <xsd:enumeration value="Delivery"/>
          <xsd:enumeration value="Managed Services"/>
          <xsd:enumeration value="Other"/>
        </xsd:restriction>
      </xsd:simpleType>
    </xsd:element>
    <xsd:element name="Asset_x0020_Type" ma:index="31" nillable="true" ma:displayName="Stages" ma:format="Dropdown" ma:internalName="Asset_x0020_Type">
      <xsd:simpleType>
        <xsd:union memberTypes="dms:Text">
          <xsd:simpleType>
            <xsd:restriction base="dms:Choice">
              <xsd:enumeration value="1 - Sales Enablement"/>
              <xsd:enumeration value="2 - Presales"/>
              <xsd:enumeration value="3 - Delivery"/>
            </xsd:restriction>
          </xsd:simpleType>
        </xsd:union>
      </xsd:simpleType>
    </xsd:element>
    <xsd:element name="AssetType" ma:index="32" nillable="true" ma:displayName="Asset Type" ma:format="Dropdown" ma:internalName="AssetType">
      <xsd:simpleType>
        <xsd:restriction base="dms:Choice">
          <xsd:enumeration value="Case Studies"/>
          <xsd:enumeration value="Demos"/>
          <xsd:enumeration value="Email Templates"/>
          <xsd:enumeration value="Presentations and Proposals"/>
          <xsd:enumeration value="Sanitized Deliverables"/>
          <xsd:enumeration value="Service Brief"/>
          <xsd:enumeration value="Solution Briefs"/>
          <xsd:enumeration value="Training"/>
          <xsd:enumeration value="Workshops"/>
          <xsd:enumeration value="Thought Leadership"/>
        </xsd:restriction>
      </xsd:simpleType>
    </xsd:element>
    <xsd:element name="ca970d4c6d464080af55a7a013972006" ma:index="35" nillable="true" ma:taxonomy="true" ma:internalName="ca970d4c6d464080af55a7a013972006" ma:taxonomyFieldName="Tag_x0028_s_x0029_" ma:displayName="Tag(s)" ma:default="" ma:fieldId="{ca970d4c-6d46-4080-af55-a7a013972006}" ma:taxonomyMulti="true" ma:sspId="8cb4bb90-7d99-42a8-a499-419ff5ec3590" ma:termSetId="c3d7096a-47ec-4664-8f08-a73efdf38695" ma:anchorId="00000000-0000-0000-0000-000000000000" ma:open="true" ma:isKeyword="false">
      <xsd:complexType>
        <xsd:sequence>
          <xsd:element ref="pc:Terms" minOccurs="0" maxOccurs="1"/>
        </xsd:sequence>
      </xsd:complexType>
    </xsd:element>
    <xsd:element name="lcf76f155ced4ddcb4097134ff3c332f" ma:index="37" nillable="true" ma:taxonomy="true" ma:internalName="lcf76f155ced4ddcb4097134ff3c332f" ma:taxonomyFieldName="MediaServiceImageTags" ma:displayName="Image Tags" ma:readOnly="false" ma:fieldId="{5cf76f15-5ced-4ddc-b409-7134ff3c332f}" ma:taxonomyMulti="true" ma:sspId="8cb4bb90-7d99-42a8-a499-419ff5ec3590" ma:termSetId="09814cd3-568e-fe90-9814-8d621ff8fb84" ma:anchorId="fba54fb3-c3e1-fe81-a776-ca4b69148c4d" ma:open="true" ma:isKeyword="false">
      <xsd:complexType>
        <xsd:sequence>
          <xsd:element ref="pc:Terms" minOccurs="0" maxOccurs="1"/>
        </xsd:sequence>
      </xsd:complexType>
    </xsd:element>
    <xsd:element name="i2ff82b26cfb4be298d021c788a3ca6a" ma:index="39" nillable="true" ma:taxonomy="true" ma:internalName="i2ff82b26cfb4be298d021c788a3ca6a" ma:taxonomyFieldName="Document_x0020_Types" ma:displayName="Document Types" ma:default="" ma:fieldId="{22ff82b2-6cfb-4be2-98d0-21c788a3ca6a}" ma:taxonomyMulti="true" ma:sspId="8cb4bb90-7d99-42a8-a499-419ff5ec3590" ma:termSetId="0635242b-a669-4ec7-bbba-b2a15aaf3049" ma:anchorId="e690d62e-9c5d-4cf8-9f00-f2294423ace6" ma:open="false" ma:isKeyword="false">
      <xsd:complexType>
        <xsd:sequence>
          <xsd:element ref="pc:Terms" minOccurs="0" maxOccurs="1"/>
        </xsd:sequence>
      </xsd:complexType>
    </xsd:element>
    <xsd:element name="jd5a7045629940af93fc9db33636d1af" ma:index="41" nillable="true" ma:taxonomy="true" ma:internalName="jd5a7045629940af93fc9db33636d1af" ma:taxonomyFieldName="Industries" ma:displayName="Industries" ma:default="" ma:fieldId="{3d5a7045-6299-40af-93fc-9db33636d1af}" ma:sspId="8cb4bb90-7d99-42a8-a499-419ff5ec3590" ma:termSetId="0635242b-a669-4ec7-bbba-b2a15aaf3049" ma:anchorId="59413233-3fa0-48b4-9604-577a236fea77" ma:open="false" ma:isKeyword="false">
      <xsd:complexType>
        <xsd:sequence>
          <xsd:element ref="pc:Terms" minOccurs="0" maxOccurs="1"/>
        </xsd:sequence>
      </xsd:complexType>
    </xsd:element>
    <xsd:element name="n4b957c73f56462fa7fe4db944660601" ma:index="43" nillable="true" ma:taxonomy="true" ma:internalName="n4b957c73f56462fa7fe4db944660601" ma:taxonomyFieldName="Practices" ma:displayName="Practices" ma:default="" ma:fieldId="{74b957c7-3f56-462f-a7fe-4db944660601}" ma:taxonomyMulti="true" ma:sspId="8cb4bb90-7d99-42a8-a499-419ff5ec3590" ma:termSetId="0635242b-a669-4ec7-bbba-b2a15aaf3049" ma:anchorId="82a27eb5-997f-4b6e-93eb-e48adddc1962" ma:open="false" ma:isKeyword="false">
      <xsd:complexType>
        <xsd:sequence>
          <xsd:element ref="pc:Terms" minOccurs="0" maxOccurs="1"/>
        </xsd:sequence>
      </xsd:complexType>
    </xsd:element>
    <xsd:element name="m8c26c3da6e541b2a9c0cdc243a6344a" ma:index="45" nillable="true" ma:taxonomy="true" ma:internalName="m8c26c3da6e541b2a9c0cdc243a6344a" ma:taxonomyFieldName="OEMs" ma:displayName="OEMs" ma:default="" ma:fieldId="{68c26c3d-a6e5-41b2-a9c0-cdc243a6344a}" ma:taxonomyMulti="true" ma:sspId="8cb4bb90-7d99-42a8-a499-419ff5ec3590" ma:termSetId="0635242b-a669-4ec7-bbba-b2a15aaf3049" ma:anchorId="b7f8ca76-5137-4d52-a6eb-ed34e2f461a1" ma:open="false" ma:isKeyword="false">
      <xsd:complexType>
        <xsd:sequence>
          <xsd:element ref="pc:Terms" minOccurs="0" maxOccurs="1"/>
        </xsd:sequence>
      </xsd:complexType>
    </xsd:element>
    <xsd:element name="MediaServiceObjectDetectorVersions" ma:index="46" nillable="true" ma:displayName="MediaServiceObjectDetectorVersions" ma:hidden="true" ma:indexed="true" ma:internalName="MediaServiceObjectDetectorVersions" ma:readOnly="true">
      <xsd:simpleType>
        <xsd:restriction base="dms:Text"/>
      </xsd:simpleType>
    </xsd:element>
    <xsd:element name="f3d5c3fdac4e42f2ba7d4603fec04285" ma:index="50" nillable="true" ma:taxonomy="true" ma:internalName="f3d5c3fdac4e42f2ba7d4603fec04285" ma:taxonomyFieldName="Solution" ma:displayName="Solution" ma:default="" ma:fieldId="{f3d5c3fd-ac4e-42f2-ba7d-4603fec04285}" ma:taxonomyMulti="true" ma:sspId="8cb4bb90-7d99-42a8-a499-419ff5ec3590" ma:termSetId="0635242b-a669-4ec7-bbba-b2a15aaf3049" ma:anchorId="9e50abcb-b911-4957-9b57-258a51e583d9" ma:open="false" ma:isKeyword="false">
      <xsd:complexType>
        <xsd:sequence>
          <xsd:element ref="pc:Terms" minOccurs="0" maxOccurs="1"/>
        </xsd:sequence>
      </xsd:complexType>
    </xsd:element>
    <xsd:element name="MediaServiceSearchProperties" ma:index="51" nillable="true" ma:displayName="MediaServiceSearchProperties" ma:hidden="true" ma:internalName="MediaServiceSearchProperties" ma:readOnly="true">
      <xsd:simpleType>
        <xsd:restriction base="dms:Note"/>
      </xsd:simpleType>
    </xsd:element>
    <xsd:element name="Evaluation" ma:index="52" nillable="true" ma:displayName="Evaluation" ma:description="Describes what should happen with the particular resource." ma:format="Dropdown" ma:internalName="Evaluation">
      <xsd:simpleType>
        <xsd:restriction base="dms:Choice">
          <xsd:enumeration value="Archive"/>
          <xsd:enumeration value="Needs to be Updated"/>
          <xsd:enumeration value="Needs to be Published"/>
          <xsd:enumeration value="Good to Keep"/>
        </xsd:restriction>
      </xsd:simpleType>
    </xsd:element>
    <xsd:element name="PolicyType" ma:index="53" nillable="true" ma:displayName="Policy Type" ma:description="Categorization for the policy" ma:format="Dropdown" ma:internalName="PolicyType">
      <xsd:complexType>
        <xsd:complexContent>
          <xsd:extension base="dms:MultiChoice">
            <xsd:sequence>
              <xsd:element name="Value" maxOccurs="unbounded" minOccurs="0" nillable="true">
                <xsd:simpleType>
                  <xsd:restriction base="dms:Choice">
                    <xsd:enumeration value="IT"/>
                    <xsd:enumeration value="Compliance"/>
                    <xsd:enumeration value="Regulatory"/>
                    <xsd:enumeration value="People &amp; Culture"/>
                    <xsd:enumeration value="Security"/>
                    <xsd:enumeration value="Legal"/>
                  </xsd:restriction>
                </xsd:simpleType>
              </xsd:element>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42d9ca04-8c52-4a81-916f-82166b4364cf" elementFormDefault="qualified">
    <xsd:import namespace="http://schemas.microsoft.com/office/2006/documentManagement/types"/>
    <xsd:import namespace="http://schemas.microsoft.com/office/infopath/2007/PartnerControls"/>
    <xsd:element name="SharedWithUsers" ma:index="16"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7" nillable="true" ma:displayName="Shared With Details" ma:hidden="true" ma:internalName="SharedWithDetails" ma:readOnly="true">
      <xsd:simpleType>
        <xsd:restriction base="dms:Note"/>
      </xsd:simpleType>
    </xsd:element>
    <xsd:element name="TaxCatchAll" ma:index="33" nillable="true" ma:displayName="Taxonomy Catch All Column" ma:hidden="true" ma:list="{b6d1cdb6-db88-42d4-8b8b-c013e874052e}" ma:internalName="TaxCatchAll" ma:showField="CatchAllData" ma:web="42d9ca04-8c52-4a81-916f-82166b4364cf">
      <xsd:complexType>
        <xsd:complexContent>
          <xsd:extension base="dms:MultiChoiceLookup">
            <xsd:sequence>
              <xsd:element name="Value" type="dms:Lookup" maxOccurs="unbounded" minOccurs="0" nillable="true"/>
            </xsd:sequence>
          </xsd:extension>
        </xsd:complexContent>
      </xsd:complexType>
    </xsd:element>
    <xsd:element name="TaxKeywordTaxHTField" ma:index="48" nillable="true" ma:taxonomy="true" ma:internalName="TaxKeywordTaxHTField" ma:taxonomyFieldName="TaxKeyword" ma:displayName="Enterprise Keywords" ma:fieldId="{23f27201-bee3-471e-b2e7-b64fd8b7ca38}" ma:taxonomyMulti="true" ma:sspId="8cb4bb90-7d99-42a8-a499-419ff5ec3590" ma:termSetId="00000000-0000-0000-0000-000000000000" ma:anchorId="00000000-0000-0000-0000-000000000000" ma:open="true" ma:isKeyword="true">
      <xsd:complexType>
        <xsd:sequence>
          <xsd:element ref="pc:Terms" minOccurs="0" maxOccurs="1"/>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6.xml><?xml version="1.0" encoding="utf-8"?>
<p:properties xmlns:p="http://schemas.microsoft.com/office/2006/metadata/properties" xmlns:xsi="http://www.w3.org/2001/XMLSchema-instance" xmlns:pc="http://schemas.microsoft.com/office/infopath/2007/PartnerControls">
  <documentManagement>
    <jd5a7045629940af93fc9db33636d1af xmlns="4f95f2c0-787e-4d97-90ba-a297a97d37f8">
      <Terms xmlns="http://schemas.microsoft.com/office/infopath/2007/PartnerControls"/>
    </jd5a7045629940af93fc9db33636d1af>
    <i2ff82b26cfb4be298d021c788a3ca6a xmlns="4f95f2c0-787e-4d97-90ba-a297a97d37f8">
      <Terms xmlns="http://schemas.microsoft.com/office/infopath/2007/PartnerControls"/>
    </i2ff82b26cfb4be298d021c788a3ca6a>
    <ca970d4c6d464080af55a7a013972006 xmlns="4f95f2c0-787e-4d97-90ba-a297a97d37f8">
      <Terms xmlns="http://schemas.microsoft.com/office/infopath/2007/PartnerControls"/>
    </ca970d4c6d464080af55a7a013972006>
    <TaxCatchAll xmlns="42d9ca04-8c52-4a81-916f-82166b4364cf" xsi:nil="true"/>
    <lcf76f155ced4ddcb4097134ff3c332f xmlns="4f95f2c0-787e-4d97-90ba-a297a97d37f8">
      <Terms xmlns="http://schemas.microsoft.com/office/infopath/2007/PartnerControls"/>
    </lcf76f155ced4ddcb4097134ff3c332f>
    <TaxKeywordTaxHTField xmlns="42d9ca04-8c52-4a81-916f-82166b4364cf">
      <Terms xmlns="http://schemas.microsoft.com/office/infopath/2007/PartnerControls"/>
    </TaxKeywordTaxHTField>
    <f3d5c3fdac4e42f2ba7d4603fec04285 xmlns="4f95f2c0-787e-4d97-90ba-a297a97d37f8">
      <Terms xmlns="http://schemas.microsoft.com/office/infopath/2007/PartnerControls"/>
    </f3d5c3fdac4e42f2ba7d4603fec04285>
    <n4b957c73f56462fa7fe4db944660601 xmlns="4f95f2c0-787e-4d97-90ba-a297a97d37f8">
      <Terms xmlns="http://schemas.microsoft.com/office/infopath/2007/PartnerControls"/>
    </n4b957c73f56462fa7fe4db944660601>
    <m8c26c3da6e541b2a9c0cdc243a6344a xmlns="4f95f2c0-787e-4d97-90ba-a297a97d37f8">
      <Terms xmlns="http://schemas.microsoft.com/office/infopath/2007/PartnerControls"/>
    </m8c26c3da6e541b2a9c0cdc243a6344a>
    <Intended_x0020_Use xmlns="4f95f2c0-787e-4d97-90ba-a297a97d37f8" xsi:nil="true"/>
    <PresentationType xmlns="4f95f2c0-787e-4d97-90ba-a297a97d37f8" xsi:nil="true"/>
    <_ip_UnifiedCompliancePolicyUIAction xmlns="http://schemas.microsoft.com/sharepoint/v3" xsi:nil="true"/>
    <AssetType xmlns="4f95f2c0-787e-4d97-90ba-a297a97d37f8" xsi:nil="true"/>
    <Evaluation xmlns="4f95f2c0-787e-4d97-90ba-a297a97d37f8" xsi:nil="true"/>
    <_ip_UnifiedCompliancePolicyProperties xmlns="http://schemas.microsoft.com/sharepoint/v3" xsi:nil="true"/>
    <Perspective xmlns="4f95f2c0-787e-4d97-90ba-a297a97d37f8" xsi:nil="true"/>
    <Practice xmlns="4f95f2c0-787e-4d97-90ba-a297a97d37f8" xsi:nil="true"/>
    <Project_x0020_Type xmlns="4f95f2c0-787e-4d97-90ba-a297a97d37f8" xsi:nil="true"/>
    <PowerPointPresentationType xmlns="4f95f2c0-787e-4d97-90ba-a297a97d37f8" xsi:nil="true"/>
    <Role xmlns="4f95f2c0-787e-4d97-90ba-a297a97d37f8" xsi:nil="true"/>
    <Asset_x0020_Type xmlns="4f95f2c0-787e-4d97-90ba-a297a97d37f8" xsi:nil="true"/>
    <Output_x0020_Example xmlns="4f95f2c0-787e-4d97-90ba-a297a97d37f8" xsi:nil="true"/>
    <PolicyType xmlns="4f95f2c0-787e-4d97-90ba-a297a97d37f8" xsi:nil="true"/>
  </documentManagement>
</p:properties>
</file>

<file path=customXml/item7.xml><?xml version="1.0" encoding="utf-8"?>
<TemplafySlideFormConfiguration><![CDATA[{"formFields":[],"formDataEntries":[]}]]></TemplafySlideFormConfiguration>
</file>

<file path=customXml/itemProps1.xml><?xml version="1.0" encoding="utf-8"?>
<ds:datastoreItem xmlns:ds="http://schemas.openxmlformats.org/officeDocument/2006/customXml" ds:itemID="{0BD3CBD6-36CB-4B5D-B4AF-D4F49E715C11}">
  <ds:schemaRefs/>
</ds:datastoreItem>
</file>

<file path=customXml/itemProps2.xml><?xml version="1.0" encoding="utf-8"?>
<ds:datastoreItem xmlns:ds="http://schemas.openxmlformats.org/officeDocument/2006/customXml" ds:itemID="{A03FFE88-78FB-4655-9422-52EB2FF54EF6}">
  <ds:schemaRefs>
    <ds:schemaRef ds:uri="http://schemas.microsoft.com/sharepoint/v3/contenttype/forms"/>
  </ds:schemaRefs>
</ds:datastoreItem>
</file>

<file path=customXml/itemProps3.xml><?xml version="1.0" encoding="utf-8"?>
<ds:datastoreItem xmlns:ds="http://schemas.openxmlformats.org/officeDocument/2006/customXml" ds:itemID="{DDC1C054-E05A-463D-B06F-4F7018C1B198}">
  <ds:schemaRefs/>
</ds:datastoreItem>
</file>

<file path=customXml/itemProps4.xml><?xml version="1.0" encoding="utf-8"?>
<ds:datastoreItem xmlns:ds="http://schemas.openxmlformats.org/officeDocument/2006/customXml" ds:itemID="{0C76AEE0-198D-4510-BB52-1C5E2E5FE430}">
  <ds:schemaRefs/>
</ds:datastoreItem>
</file>

<file path=customXml/itemProps5.xml><?xml version="1.0" encoding="utf-8"?>
<ds:datastoreItem xmlns:ds="http://schemas.openxmlformats.org/officeDocument/2006/customXml" ds:itemID="{59DECEB4-568C-434F-B0EF-13743ACFE6B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4f95f2c0-787e-4d97-90ba-a297a97d37f8"/>
    <ds:schemaRef ds:uri="42d9ca04-8c52-4a81-916f-82166b4364cf"/>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6.xml><?xml version="1.0" encoding="utf-8"?>
<ds:datastoreItem xmlns:ds="http://schemas.openxmlformats.org/officeDocument/2006/customXml" ds:itemID="{EA66812C-336E-4716-AF0F-B6F9FC926B03}">
  <ds:schemaRefs>
    <ds:schemaRef ds:uri="http://purl.org/dc/elements/1.1/"/>
    <ds:schemaRef ds:uri="http://schemas.microsoft.com/sharepoint/v3"/>
    <ds:schemaRef ds:uri="http://www.w3.org/XML/1998/namespace"/>
    <ds:schemaRef ds:uri="http://purl.org/dc/dcmitype/"/>
    <ds:schemaRef ds:uri="http://schemas.microsoft.com/office/2006/documentManagement/types"/>
    <ds:schemaRef ds:uri="http://schemas.microsoft.com/office/2006/metadata/properties"/>
    <ds:schemaRef ds:uri="http://purl.org/dc/terms/"/>
    <ds:schemaRef ds:uri="http://schemas.openxmlformats.org/package/2006/metadata/core-properties"/>
    <ds:schemaRef ds:uri="4f95f2c0-787e-4d97-90ba-a297a97d37f8"/>
    <ds:schemaRef ds:uri="http://schemas.microsoft.com/office/infopath/2007/PartnerControls"/>
    <ds:schemaRef ds:uri="42d9ca04-8c52-4a81-916f-82166b4364cf"/>
  </ds:schemaRefs>
</ds:datastoreItem>
</file>

<file path=customXml/itemProps7.xml><?xml version="1.0" encoding="utf-8"?>
<ds:datastoreItem xmlns:ds="http://schemas.openxmlformats.org/officeDocument/2006/customXml" ds:itemID="{BEF06D08-D8EA-46AB-B9CD-88F795E65CA6}">
  <ds:schemaRefs/>
</ds:datastoreItem>
</file>

<file path=docProps/app.xml><?xml version="1.0" encoding="utf-8"?>
<Properties xmlns="http://schemas.openxmlformats.org/officeDocument/2006/extended-properties" xmlns:vt="http://schemas.openxmlformats.org/officeDocument/2006/docPropsVTypes">
  <TotalTime>121</TotalTime>
  <Words>4811</Words>
  <Application>Microsoft Office PowerPoint</Application>
  <PresentationFormat>Widescreen</PresentationFormat>
  <Paragraphs>500</Paragraphs>
  <Slides>41</Slides>
  <Notes>32</Notes>
  <HiddenSlides>0</HiddenSlides>
  <MMClips>0</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41</vt:i4>
      </vt:variant>
    </vt:vector>
  </HeadingPairs>
  <TitlesOfParts>
    <vt:vector size="48" baseType="lpstr">
      <vt:lpstr>Aptos</vt:lpstr>
      <vt:lpstr>Arial</vt:lpstr>
      <vt:lpstr>Calibri</vt:lpstr>
      <vt:lpstr>PT Serif</vt:lpstr>
      <vt:lpstr>Tenorite</vt:lpstr>
      <vt:lpstr>1_AHEAD 2024 Theme</vt:lpstr>
      <vt:lpstr>Exec Deck Slide Master</vt:lpstr>
      <vt:lpstr>Claude.Bricks + Azure ML</vt:lpstr>
      <vt:lpstr>What You Will Be Able To Do</vt:lpstr>
      <vt:lpstr>Prerequisites and Lab Setup</vt:lpstr>
      <vt:lpstr>Alignment with the DP-100 Study Guide</vt:lpstr>
      <vt:lpstr>DP-100 Domain Coverage Matrix</vt:lpstr>
      <vt:lpstr>Claude.Bricks: The Project Story</vt:lpstr>
      <vt:lpstr>Claude.Bricks — Four ML Scenarios</vt:lpstr>
      <vt:lpstr>How the Claude.Bricks Pipeline Works</vt:lpstr>
      <vt:lpstr>Claude.Bricks Pipeline Flow</vt:lpstr>
      <vt:lpstr>How Applications Consume Azure ML</vt:lpstr>
      <vt:lpstr>Scenario 1: Image Classification for Facade Style</vt:lpstr>
      <vt:lpstr>Scenario 1: Image Classification Lifecycle</vt:lpstr>
      <vt:lpstr>Scenario 2: Anomaly Detection for .ldr Validation</vt:lpstr>
      <vt:lpstr>Scenario 3: Pattern Extraction from Reference Files</vt:lpstr>
      <vt:lpstr>Scenario 4: Fine-Tuned Language Model for Specs</vt:lpstr>
      <vt:lpstr>Azure Resources Used in the Project</vt:lpstr>
      <vt:lpstr>Cost Overview and Quotas</vt:lpstr>
      <vt:lpstr>How the Resources Connect</vt:lpstr>
      <vt:lpstr>Full Azure Resource Architecture</vt:lpstr>
      <vt:lpstr>Terraform: The tf/ Folder</vt:lpstr>
      <vt:lpstr>Lab Defaults and Production Hardening</vt:lpstr>
      <vt:lpstr>Lab Defaults vs Production Hardening</vt:lpstr>
      <vt:lpstr>RBAC at the Resource Group Level</vt:lpstr>
      <vt:lpstr>Module 1: Design and Prepare a ML Solution</vt:lpstr>
      <vt:lpstr>Module 1: Concepts, Labs, and Exam Traps</vt:lpstr>
      <vt:lpstr>Module 1 Knowledge Check</vt:lpstr>
      <vt:lpstr>Module 2: Explore Data, and Run Experiments</vt:lpstr>
      <vt:lpstr>Module 2: Hands-On Work and Coverage Gaps</vt:lpstr>
      <vt:lpstr>Module 2 Knowledge Check</vt:lpstr>
      <vt:lpstr>Module 3: Train and Deploy Models</vt:lpstr>
      <vt:lpstr>Module 3: From Training Scripts to Live Endpoints</vt:lpstr>
      <vt:lpstr>Training-to-Deployment Pipeline</vt:lpstr>
      <vt:lpstr>Module 3 Knowledge Check</vt:lpstr>
      <vt:lpstr>Module 4: Optimize Language Models for AI Apps</vt:lpstr>
      <vt:lpstr>Deploy, Test, and Optimize Language Models</vt:lpstr>
      <vt:lpstr>Retrieval-Augmented Generation with Azure AI Search</vt:lpstr>
      <vt:lpstr>RAG Architecture with Azure AI Search</vt:lpstr>
      <vt:lpstr>Fine-Tuning, Constraints, and Knowledge Check</vt:lpstr>
      <vt:lpstr>Topics Not Fully Covered in This Project</vt:lpstr>
      <vt:lpstr>DP-100 Coverage Tracker and Next Steps</vt:lpstr>
      <vt:lpstr>DP-100 Skills Coverage Tracker</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Sarah Stiefelmayer</dc:creator>
  <cp:keywords/>
  <dc:description/>
  <cp:lastModifiedBy>Rocco Cuffari</cp:lastModifiedBy>
  <cp:revision>4</cp:revision>
  <dcterms:created xsi:type="dcterms:W3CDTF">2024-02-15T16:40:26Z</dcterms:created>
  <dcterms:modified xsi:type="dcterms:W3CDTF">2026-02-27T19:41:31Z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TaxKeyword">
    <vt:lpwstr/>
  </property>
  <property fmtid="{D5CDD505-2E9C-101B-9397-08002B2CF9AE}" pid="3" name="MediaServiceImageTags">
    <vt:lpwstr/>
  </property>
  <property fmtid="{D5CDD505-2E9C-101B-9397-08002B2CF9AE}" pid="4" name="ContentTypeId">
    <vt:lpwstr>0x010100492F905E9E8DC14FB43560307D49CB33</vt:lpwstr>
  </property>
  <property fmtid="{D5CDD505-2E9C-101B-9397-08002B2CF9AE}" pid="5" name="Industries">
    <vt:lpwstr/>
  </property>
  <property fmtid="{D5CDD505-2E9C-101B-9397-08002B2CF9AE}" pid="6" name="Practices">
    <vt:lpwstr/>
  </property>
  <property fmtid="{D5CDD505-2E9C-101B-9397-08002B2CF9AE}" pid="7" name="OEMs">
    <vt:lpwstr/>
  </property>
  <property fmtid="{D5CDD505-2E9C-101B-9397-08002B2CF9AE}" pid="8" name="Document_x0020_Types">
    <vt:lpwstr/>
  </property>
  <property fmtid="{D5CDD505-2E9C-101B-9397-08002B2CF9AE}" pid="9" name="Tag_x0028_s_x0029_">
    <vt:lpwstr/>
  </property>
  <property fmtid="{D5CDD505-2E9C-101B-9397-08002B2CF9AE}" pid="10" name="Solution">
    <vt:lpwstr/>
  </property>
  <property fmtid="{D5CDD505-2E9C-101B-9397-08002B2CF9AE}" pid="11" name="Document Types">
    <vt:lpwstr/>
  </property>
  <property fmtid="{D5CDD505-2E9C-101B-9397-08002B2CF9AE}" pid="12" name="Tag(s)">
    <vt:lpwstr/>
  </property>
</Properties>
</file>